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252_D80E4CAF.xml" ContentType="application/vnd.ms-powerpoint.comments+xml"/>
  <Override PartName="/ppt/comments/modernComment_253_C35B0490.xml" ContentType="application/vnd.ms-powerpoint.comments+xml"/>
  <Override PartName="/ppt/comments/modernComment_254_C3161204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543" r:id="rId5"/>
    <p:sldId id="594" r:id="rId6"/>
    <p:sldId id="598" r:id="rId7"/>
    <p:sldId id="595" r:id="rId8"/>
    <p:sldId id="596" r:id="rId9"/>
    <p:sldId id="597" r:id="rId10"/>
    <p:sldId id="604" r:id="rId11"/>
    <p:sldId id="599" r:id="rId12"/>
    <p:sldId id="600" r:id="rId13"/>
    <p:sldId id="601" r:id="rId14"/>
    <p:sldId id="602" r:id="rId15"/>
    <p:sldId id="603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C55FF4E2-F86F-6B45-B597-2BA9593FAEC5}">
          <p14:sldIdLst>
            <p14:sldId id="543"/>
            <p14:sldId id="594"/>
            <p14:sldId id="598"/>
            <p14:sldId id="595"/>
            <p14:sldId id="596"/>
            <p14:sldId id="597"/>
          </p14:sldIdLst>
        </p14:section>
        <p14:section name="補足資料" id="{5B3F4D34-E6D5-4767-83F3-72405E060DCA}">
          <p14:sldIdLst>
            <p14:sldId id="604"/>
          </p14:sldIdLst>
        </p14:section>
        <p14:section name="生成させたスライド" id="{DF95F458-4063-A041-B411-AA868225B303}">
          <p14:sldIdLst>
            <p14:sldId id="599"/>
            <p14:sldId id="600"/>
            <p14:sldId id="601"/>
            <p14:sldId id="602"/>
            <p14:sldId id="6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0CCF407-9872-C566-0531-174EA01BA86F}" name="大見　一樹" initials="KO" userId="S::clp14024@ict.nitech.ac.jp::788fa557-cdbe-4e91-8254-b527cd822ecf" providerId="AD"/>
  <p188:author id="{A58AFB6F-B25D-5B7F-0CC8-94E11673EFAE}" name="仁田　智也" initials="TN" userId="S::clp14108@ict.nitech.ac.jp::1460eee6-f75b-45d7-9b37-d347ac006b6a" providerId="AD"/>
  <p188:author id="{CF09BA98-5D2E-63AB-42B5-5640EC0C03EA}" name="細谷　優" initials="細谷" userId="S::clz14118@ict.nitech.ac.jp::28e4c6f2-8d32-419c-ba26-3c904ca908a8" providerId="AD"/>
  <p188:author id="{563AE099-0426-ADE0-081F-CE7197B0C506}" name="堀　史門" initials="" userId="S::cmj14118@ict.nitech.ac.jp::d0a1b5ee-1c52-4052-a6db-ce45847b363d" providerId="AD"/>
  <p188:author id="{DB1A16B8-D340-5DF0-1BDE-5F6825E4B45C}" name="油谷　陽樹" initials="油谷" userId="S::cok14898@ict.nitech.ac.jp::30f347c3-dd01-4085-822f-8fa03c05601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F4C6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ADAB31-B082-4CFB-9D58-2AC33CF213A1}" v="184" dt="2026-09-02T21:28:55.536"/>
    <p1510:client id="{F95FEB7A-245A-8F4E-B3E7-DE198FDA7BC2}" v="23" dt="2026-09-02T08:28:28.7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油谷　陽樹" userId="30f347c3-dd01-4085-822f-8fa03c05601b" providerId="ADAL" clId="{96D6FD6A-D62F-4FC0-844C-97C274F8649A}"/>
    <pc:docChg chg="undo custSel addSld modSld addSection modSection">
      <pc:chgData name="油谷　陽樹" userId="30f347c3-dd01-4085-822f-8fa03c05601b" providerId="ADAL" clId="{96D6FD6A-D62F-4FC0-844C-97C274F8649A}" dt="2026-09-02T21:28:55.536" v="182" actId="17846"/>
      <pc:docMkLst>
        <pc:docMk/>
      </pc:docMkLst>
      <pc:sldChg chg="modSp mod">
        <pc:chgData name="油谷　陽樹" userId="30f347c3-dd01-4085-822f-8fa03c05601b" providerId="ADAL" clId="{96D6FD6A-D62F-4FC0-844C-97C274F8649A}" dt="2026-09-02T21:27:03.855" v="136" actId="20577"/>
        <pc:sldMkLst>
          <pc:docMk/>
          <pc:sldMk cId="3277522064" sldId="595"/>
        </pc:sldMkLst>
        <pc:spChg chg="mod">
          <ac:chgData name="油谷　陽樹" userId="30f347c3-dd01-4085-822f-8fa03c05601b" providerId="ADAL" clId="{96D6FD6A-D62F-4FC0-844C-97C274F8649A}" dt="2026-09-02T21:26:18.362" v="73" actId="20577"/>
          <ac:spMkLst>
            <pc:docMk/>
            <pc:sldMk cId="3277522064" sldId="595"/>
            <ac:spMk id="2" creationId="{4A25AAFA-E114-B714-9CCE-20DAFFEABC2A}"/>
          </ac:spMkLst>
        </pc:spChg>
        <pc:spChg chg="mod">
          <ac:chgData name="油谷　陽樹" userId="30f347c3-dd01-4085-822f-8fa03c05601b" providerId="ADAL" clId="{96D6FD6A-D62F-4FC0-844C-97C274F8649A}" dt="2026-09-02T21:27:03.855" v="136" actId="20577"/>
          <ac:spMkLst>
            <pc:docMk/>
            <pc:sldMk cId="3277522064" sldId="595"/>
            <ac:spMk id="3" creationId="{0FF26D30-EFD2-D6CB-AC25-3A6008B14FC8}"/>
          </ac:spMkLst>
        </pc:spChg>
      </pc:sldChg>
      <pc:sldChg chg="addSp delSp modSp mod">
        <pc:chgData name="油谷　陽樹" userId="30f347c3-dd01-4085-822f-8fa03c05601b" providerId="ADAL" clId="{96D6FD6A-D62F-4FC0-844C-97C274F8649A}" dt="2026-09-02T21:27:24.996" v="178" actId="20577"/>
        <pc:sldMkLst>
          <pc:docMk/>
          <pc:sldMk cId="3273003524" sldId="596"/>
        </pc:sldMkLst>
        <pc:spChg chg="mod">
          <ac:chgData name="油谷　陽樹" userId="30f347c3-dd01-4085-822f-8fa03c05601b" providerId="ADAL" clId="{96D6FD6A-D62F-4FC0-844C-97C274F8649A}" dt="2026-09-02T21:26:34.501" v="94" actId="20577"/>
          <ac:spMkLst>
            <pc:docMk/>
            <pc:sldMk cId="3273003524" sldId="596"/>
            <ac:spMk id="2" creationId="{8CE3666D-6547-0BBB-78C5-E4D68E351133}"/>
          </ac:spMkLst>
        </pc:spChg>
        <pc:spChg chg="mod">
          <ac:chgData name="油谷　陽樹" userId="30f347c3-dd01-4085-822f-8fa03c05601b" providerId="ADAL" clId="{96D6FD6A-D62F-4FC0-844C-97C274F8649A}" dt="2026-09-02T21:27:24.996" v="178" actId="20577"/>
          <ac:spMkLst>
            <pc:docMk/>
            <pc:sldMk cId="3273003524" sldId="596"/>
            <ac:spMk id="3" creationId="{313D9FAE-652C-6625-258A-7665311835B4}"/>
          </ac:spMkLst>
        </pc:spChg>
        <pc:picChg chg="mod">
          <ac:chgData name="油谷　陽樹" userId="30f347c3-dd01-4085-822f-8fa03c05601b" providerId="ADAL" clId="{96D6FD6A-D62F-4FC0-844C-97C274F8649A}" dt="2026-09-02T21:27:15.416" v="145" actId="1036"/>
          <ac:picMkLst>
            <pc:docMk/>
            <pc:sldMk cId="3273003524" sldId="596"/>
            <ac:picMk id="4" creationId="{877E56D4-002C-B802-4E4E-D94B2A77748D}"/>
          </ac:picMkLst>
        </pc:picChg>
        <pc:picChg chg="add del">
          <ac:chgData name="油谷　陽樹" userId="30f347c3-dd01-4085-822f-8fa03c05601b" providerId="ADAL" clId="{96D6FD6A-D62F-4FC0-844C-97C274F8649A}" dt="2026-09-02T21:26:25.681" v="77" actId="22"/>
          <ac:picMkLst>
            <pc:docMk/>
            <pc:sldMk cId="3273003524" sldId="596"/>
            <ac:picMk id="6" creationId="{E6960375-A288-9600-4F6C-022E71D3EDE0}"/>
          </ac:picMkLst>
        </pc:picChg>
      </pc:sldChg>
      <pc:sldChg chg="addSp delSp modSp mod">
        <pc:chgData name="油谷　陽樹" userId="30f347c3-dd01-4085-822f-8fa03c05601b" providerId="ADAL" clId="{96D6FD6A-D62F-4FC0-844C-97C274F8649A}" dt="2026-09-02T21:25:58.964" v="52" actId="20577"/>
        <pc:sldMkLst>
          <pc:docMk/>
          <pc:sldMk cId="3310803675" sldId="598"/>
        </pc:sldMkLst>
        <pc:spChg chg="del">
          <ac:chgData name="油谷　陽樹" userId="30f347c3-dd01-4085-822f-8fa03c05601b" providerId="ADAL" clId="{96D6FD6A-D62F-4FC0-844C-97C274F8649A}" dt="2026-09-02T21:23:34.021" v="1" actId="26606"/>
          <ac:spMkLst>
            <pc:docMk/>
            <pc:sldMk cId="3310803675" sldId="598"/>
            <ac:spMk id="2" creationId="{D419ED27-5215-812D-6220-A212828471FD}"/>
          </ac:spMkLst>
        </pc:spChg>
        <pc:spChg chg="del">
          <ac:chgData name="油谷　陽樹" userId="30f347c3-dd01-4085-822f-8fa03c05601b" providerId="ADAL" clId="{96D6FD6A-D62F-4FC0-844C-97C274F8649A}" dt="2026-09-02T21:23:34.021" v="1" actId="26606"/>
          <ac:spMkLst>
            <pc:docMk/>
            <pc:sldMk cId="3310803675" sldId="598"/>
            <ac:spMk id="3" creationId="{BB6731EA-9D72-1DF0-7B64-96B68F4BE961}"/>
          </ac:spMkLst>
        </pc:spChg>
        <pc:spChg chg="add mod">
          <ac:chgData name="油谷　陽樹" userId="30f347c3-dd01-4085-822f-8fa03c05601b" providerId="ADAL" clId="{96D6FD6A-D62F-4FC0-844C-97C274F8649A}" dt="2026-09-02T21:25:58.964" v="52" actId="20577"/>
          <ac:spMkLst>
            <pc:docMk/>
            <pc:sldMk cId="3310803675" sldId="598"/>
            <ac:spMk id="10" creationId="{C35BAFC6-F94B-CF7E-9837-A0F621B356E4}"/>
          </ac:spMkLst>
        </pc:spChg>
        <pc:picChg chg="add mod modCrop">
          <ac:chgData name="油谷　陽樹" userId="30f347c3-dd01-4085-822f-8fa03c05601b" providerId="ADAL" clId="{96D6FD6A-D62F-4FC0-844C-97C274F8649A}" dt="2026-09-02T21:24:11.740" v="40" actId="1036"/>
          <ac:picMkLst>
            <pc:docMk/>
            <pc:sldMk cId="3310803675" sldId="598"/>
            <ac:picMk id="5" creationId="{7678D918-CEA7-E8DA-769F-FBEF4D1889F7}"/>
          </ac:picMkLst>
        </pc:picChg>
      </pc:sldChg>
      <pc:sldChg chg="new">
        <pc:chgData name="油谷　陽樹" userId="30f347c3-dd01-4085-822f-8fa03c05601b" providerId="ADAL" clId="{96D6FD6A-D62F-4FC0-844C-97C274F8649A}" dt="2026-09-02T21:27:50.782" v="179" actId="680"/>
        <pc:sldMkLst>
          <pc:docMk/>
          <pc:sldMk cId="1847882844" sldId="604"/>
        </pc:sldMkLst>
      </pc:sldChg>
    </pc:docChg>
  </pc:docChgLst>
  <pc:docChgLst>
    <pc:chgData name="油谷　陽樹" userId="30f347c3-dd01-4085-822f-8fa03c05601b" providerId="ADAL" clId="{F95FEB7A-245A-8F4E-B3E7-DE198FDA7BC2}"/>
    <pc:docChg chg="custSel addSld modSld modSection">
      <pc:chgData name="油谷　陽樹" userId="30f347c3-dd01-4085-822f-8fa03c05601b" providerId="ADAL" clId="{F95FEB7A-245A-8F4E-B3E7-DE198FDA7BC2}" dt="2026-09-02T09:11:38.796" v="871"/>
      <pc:docMkLst>
        <pc:docMk/>
      </pc:docMkLst>
      <pc:sldChg chg="addSp delSp modSp mod">
        <pc:chgData name="油谷　陽樹" userId="30f347c3-dd01-4085-822f-8fa03c05601b" providerId="ADAL" clId="{F95FEB7A-245A-8F4E-B3E7-DE198FDA7BC2}" dt="2026-09-02T09:09:38.762" v="114"/>
        <pc:sldMkLst>
          <pc:docMk/>
          <pc:sldMk cId="787031457" sldId="599"/>
        </pc:sldMkLst>
        <pc:spChg chg="mod">
          <ac:chgData name="油谷　陽樹" userId="30f347c3-dd01-4085-822f-8fa03c05601b" providerId="ADAL" clId="{F95FEB7A-245A-8F4E-B3E7-DE198FDA7BC2}" dt="2026-09-02T09:09:22.902" v="6"/>
          <ac:spMkLst>
            <pc:docMk/>
            <pc:sldMk cId="787031457" sldId="599"/>
            <ac:spMk id="2" creationId="{554CF8D2-0A2C-D547-E4D8-56BAB45DBAF2}"/>
          </ac:spMkLst>
        </pc:spChg>
        <pc:spChg chg="del">
          <ac:chgData name="油谷　陽樹" userId="30f347c3-dd01-4085-822f-8fa03c05601b" providerId="ADAL" clId="{F95FEB7A-245A-8F4E-B3E7-DE198FDA7BC2}" dt="2026-09-02T09:09:22.900" v="5"/>
          <ac:spMkLst>
            <pc:docMk/>
            <pc:sldMk cId="787031457" sldId="599"/>
            <ac:spMk id="3" creationId="{D7148A77-281A-6C95-456C-F429F2C69897}"/>
          </ac:spMkLst>
        </pc:spChg>
        <pc:spChg chg="add mod">
          <ac:chgData name="油谷　陽樹" userId="30f347c3-dd01-4085-822f-8fa03c05601b" providerId="ADAL" clId="{F95FEB7A-245A-8F4E-B3E7-DE198FDA7BC2}" dt="2026-09-02T09:09:22.907" v="12"/>
          <ac:spMkLst>
            <pc:docMk/>
            <pc:sldMk cId="787031457" sldId="599"/>
            <ac:spMk id="4" creationId="{64EA5D61-FB53-C446-9722-B27AA5D13E84}"/>
          </ac:spMkLst>
        </pc:spChg>
        <pc:spChg chg="add mod">
          <ac:chgData name="油谷　陽樹" userId="30f347c3-dd01-4085-822f-8fa03c05601b" providerId="ADAL" clId="{F95FEB7A-245A-8F4E-B3E7-DE198FDA7BC2}" dt="2026-09-02T09:09:22.910" v="17"/>
          <ac:spMkLst>
            <pc:docMk/>
            <pc:sldMk cId="787031457" sldId="599"/>
            <ac:spMk id="5" creationId="{9C472B54-D657-EA4F-B3E3-315F9AE7019E}"/>
          </ac:spMkLst>
        </pc:spChg>
        <pc:spChg chg="add mod">
          <ac:chgData name="油谷　陽樹" userId="30f347c3-dd01-4085-822f-8fa03c05601b" providerId="ADAL" clId="{F95FEB7A-245A-8F4E-B3E7-DE198FDA7BC2}" dt="2026-09-02T09:09:22.913" v="23"/>
          <ac:spMkLst>
            <pc:docMk/>
            <pc:sldMk cId="787031457" sldId="599"/>
            <ac:spMk id="6" creationId="{40C303E1-3B84-8443-8D38-B85EAC0C652F}"/>
          </ac:spMkLst>
        </pc:spChg>
        <pc:spChg chg="add mod">
          <ac:chgData name="油谷　陽樹" userId="30f347c3-dd01-4085-822f-8fa03c05601b" providerId="ADAL" clId="{F95FEB7A-245A-8F4E-B3E7-DE198FDA7BC2}" dt="2026-09-02T09:09:22.915" v="28"/>
          <ac:spMkLst>
            <pc:docMk/>
            <pc:sldMk cId="787031457" sldId="599"/>
            <ac:spMk id="7" creationId="{ED500DB7-7BBE-D345-BBB2-8FB81A868972}"/>
          </ac:spMkLst>
        </pc:spChg>
        <pc:spChg chg="add mod">
          <ac:chgData name="油谷　陽樹" userId="30f347c3-dd01-4085-822f-8fa03c05601b" providerId="ADAL" clId="{F95FEB7A-245A-8F4E-B3E7-DE198FDA7BC2}" dt="2026-09-02T09:09:38.734" v="33"/>
          <ac:spMkLst>
            <pc:docMk/>
            <pc:sldMk cId="787031457" sldId="599"/>
            <ac:spMk id="8" creationId="{E91B23C4-539E-364D-AE99-5502B13EBA9E}"/>
          </ac:spMkLst>
        </pc:spChg>
        <pc:spChg chg="add mod">
          <ac:chgData name="油谷　陽樹" userId="30f347c3-dd01-4085-822f-8fa03c05601b" providerId="ADAL" clId="{F95FEB7A-245A-8F4E-B3E7-DE198FDA7BC2}" dt="2026-09-02T09:09:38.737" v="39"/>
          <ac:spMkLst>
            <pc:docMk/>
            <pc:sldMk cId="787031457" sldId="599"/>
            <ac:spMk id="9" creationId="{7E9DB560-1A5D-C64B-B1B8-E2571D87EF4A}"/>
          </ac:spMkLst>
        </pc:spChg>
        <pc:spChg chg="add mod">
          <ac:chgData name="油谷　陽樹" userId="30f347c3-dd01-4085-822f-8fa03c05601b" providerId="ADAL" clId="{F95FEB7A-245A-8F4E-B3E7-DE198FDA7BC2}" dt="2026-09-02T09:09:38.738" v="44"/>
          <ac:spMkLst>
            <pc:docMk/>
            <pc:sldMk cId="787031457" sldId="599"/>
            <ac:spMk id="10" creationId="{0C6EB125-AFE3-2B4C-B792-580D8E7CF17D}"/>
          </ac:spMkLst>
        </pc:spChg>
        <pc:spChg chg="add mod">
          <ac:chgData name="油谷　陽樹" userId="30f347c3-dd01-4085-822f-8fa03c05601b" providerId="ADAL" clId="{F95FEB7A-245A-8F4E-B3E7-DE198FDA7BC2}" dt="2026-09-02T09:09:38.740" v="49"/>
          <ac:spMkLst>
            <pc:docMk/>
            <pc:sldMk cId="787031457" sldId="599"/>
            <ac:spMk id="11" creationId="{6FDB110B-A81E-A64A-B301-469533FAE261}"/>
          </ac:spMkLst>
        </pc:spChg>
        <pc:spChg chg="add mod">
          <ac:chgData name="油谷　陽樹" userId="30f347c3-dd01-4085-822f-8fa03c05601b" providerId="ADAL" clId="{F95FEB7A-245A-8F4E-B3E7-DE198FDA7BC2}" dt="2026-09-02T09:09:38.742" v="55"/>
          <ac:spMkLst>
            <pc:docMk/>
            <pc:sldMk cId="787031457" sldId="599"/>
            <ac:spMk id="12" creationId="{0A0C542A-12C7-9F45-B7CF-D5887A6CAE7C}"/>
          </ac:spMkLst>
        </pc:spChg>
        <pc:spChg chg="add mod">
          <ac:chgData name="油谷　陽樹" userId="30f347c3-dd01-4085-822f-8fa03c05601b" providerId="ADAL" clId="{F95FEB7A-245A-8F4E-B3E7-DE198FDA7BC2}" dt="2026-09-02T09:09:38.743" v="60"/>
          <ac:spMkLst>
            <pc:docMk/>
            <pc:sldMk cId="787031457" sldId="599"/>
            <ac:spMk id="13" creationId="{A0FFB187-38D9-0B4D-BFBD-871F9E82E329}"/>
          </ac:spMkLst>
        </pc:spChg>
        <pc:spChg chg="add mod">
          <ac:chgData name="油谷　陽樹" userId="30f347c3-dd01-4085-822f-8fa03c05601b" providerId="ADAL" clId="{F95FEB7A-245A-8F4E-B3E7-DE198FDA7BC2}" dt="2026-09-02T09:09:38.745" v="65"/>
          <ac:spMkLst>
            <pc:docMk/>
            <pc:sldMk cId="787031457" sldId="599"/>
            <ac:spMk id="14" creationId="{D57FD63F-6480-C546-BFFF-8E685B02E282}"/>
          </ac:spMkLst>
        </pc:spChg>
        <pc:spChg chg="add mod">
          <ac:chgData name="油谷　陽樹" userId="30f347c3-dd01-4085-822f-8fa03c05601b" providerId="ADAL" clId="{F95FEB7A-245A-8F4E-B3E7-DE198FDA7BC2}" dt="2026-09-02T09:09:38.747" v="71"/>
          <ac:spMkLst>
            <pc:docMk/>
            <pc:sldMk cId="787031457" sldId="599"/>
            <ac:spMk id="15" creationId="{089B887E-04C3-4C4F-9049-82B3F78387C4}"/>
          </ac:spMkLst>
        </pc:spChg>
        <pc:spChg chg="add mod">
          <ac:chgData name="油谷　陽樹" userId="30f347c3-dd01-4085-822f-8fa03c05601b" providerId="ADAL" clId="{F95FEB7A-245A-8F4E-B3E7-DE198FDA7BC2}" dt="2026-09-02T09:09:38.749" v="77"/>
          <ac:spMkLst>
            <pc:docMk/>
            <pc:sldMk cId="787031457" sldId="599"/>
            <ac:spMk id="16" creationId="{985D206F-FC03-0C47-94F7-FB7FA02958FC}"/>
          </ac:spMkLst>
        </pc:spChg>
        <pc:spChg chg="add mod">
          <ac:chgData name="油谷　陽樹" userId="30f347c3-dd01-4085-822f-8fa03c05601b" providerId="ADAL" clId="{F95FEB7A-245A-8F4E-B3E7-DE198FDA7BC2}" dt="2026-09-02T09:09:38.751" v="83"/>
          <ac:spMkLst>
            <pc:docMk/>
            <pc:sldMk cId="787031457" sldId="599"/>
            <ac:spMk id="17" creationId="{91CCCA75-3844-BF49-BBD5-846CAE009E1D}"/>
          </ac:spMkLst>
        </pc:spChg>
        <pc:spChg chg="add mod">
          <ac:chgData name="油谷　陽樹" userId="30f347c3-dd01-4085-822f-8fa03c05601b" providerId="ADAL" clId="{F95FEB7A-245A-8F4E-B3E7-DE198FDA7BC2}" dt="2026-09-02T09:09:38.752" v="88"/>
          <ac:spMkLst>
            <pc:docMk/>
            <pc:sldMk cId="787031457" sldId="599"/>
            <ac:spMk id="18" creationId="{52CE29D4-A791-7D4F-B01D-A6D8A8896F3C}"/>
          </ac:spMkLst>
        </pc:spChg>
        <pc:spChg chg="add mod">
          <ac:chgData name="油谷　陽樹" userId="30f347c3-dd01-4085-822f-8fa03c05601b" providerId="ADAL" clId="{F95FEB7A-245A-8F4E-B3E7-DE198FDA7BC2}" dt="2026-09-02T09:09:38.755" v="94"/>
          <ac:spMkLst>
            <pc:docMk/>
            <pc:sldMk cId="787031457" sldId="599"/>
            <ac:spMk id="19" creationId="{40F747A0-4FFE-8C4F-B1DD-81718178D835}"/>
          </ac:spMkLst>
        </pc:spChg>
        <pc:spChg chg="add mod">
          <ac:chgData name="油谷　陽樹" userId="30f347c3-dd01-4085-822f-8fa03c05601b" providerId="ADAL" clId="{F95FEB7A-245A-8F4E-B3E7-DE198FDA7BC2}" dt="2026-09-02T09:09:38.755" v="97"/>
          <ac:spMkLst>
            <pc:docMk/>
            <pc:sldMk cId="787031457" sldId="599"/>
            <ac:spMk id="20" creationId="{7F45C92D-7F71-E444-B072-59B85853A9A8}"/>
          </ac:spMkLst>
        </pc:spChg>
        <pc:spChg chg="add mod">
          <ac:chgData name="油谷　陽樹" userId="30f347c3-dd01-4085-822f-8fa03c05601b" providerId="ADAL" clId="{F95FEB7A-245A-8F4E-B3E7-DE198FDA7BC2}" dt="2026-09-02T09:09:38.757" v="102"/>
          <ac:spMkLst>
            <pc:docMk/>
            <pc:sldMk cId="787031457" sldId="599"/>
            <ac:spMk id="21" creationId="{5AA64F28-F908-8742-BD60-EC89E9CBC164}"/>
          </ac:spMkLst>
        </pc:spChg>
        <pc:spChg chg="add mod">
          <ac:chgData name="油谷　陽樹" userId="30f347c3-dd01-4085-822f-8fa03c05601b" providerId="ADAL" clId="{F95FEB7A-245A-8F4E-B3E7-DE198FDA7BC2}" dt="2026-09-02T09:09:38.759" v="108"/>
          <ac:spMkLst>
            <pc:docMk/>
            <pc:sldMk cId="787031457" sldId="599"/>
            <ac:spMk id="22" creationId="{1B23E464-CB2B-C04C-8E5D-0C144843C4AD}"/>
          </ac:spMkLst>
        </pc:spChg>
        <pc:spChg chg="add mod">
          <ac:chgData name="油谷　陽樹" userId="30f347c3-dd01-4085-822f-8fa03c05601b" providerId="ADAL" clId="{F95FEB7A-245A-8F4E-B3E7-DE198FDA7BC2}" dt="2026-09-02T09:09:38.762" v="114"/>
          <ac:spMkLst>
            <pc:docMk/>
            <pc:sldMk cId="787031457" sldId="599"/>
            <ac:spMk id="23" creationId="{2F4252F2-8278-9147-B781-07FD46263D5D}"/>
          </ac:spMkLst>
        </pc:spChg>
      </pc:sldChg>
      <pc:sldChg chg="addSp delSp modSp add mod">
        <pc:chgData name="油谷　陽樹" userId="30f347c3-dd01-4085-822f-8fa03c05601b" providerId="ADAL" clId="{F95FEB7A-245A-8F4E-B3E7-DE198FDA7BC2}" dt="2026-09-02T09:10:20.450" v="345"/>
        <pc:sldMkLst>
          <pc:docMk/>
          <pc:sldMk cId="1258301115" sldId="600"/>
        </pc:sldMkLst>
        <pc:spChg chg="mod">
          <ac:chgData name="油谷　陽樹" userId="30f347c3-dd01-4085-822f-8fa03c05601b" providerId="ADAL" clId="{F95FEB7A-245A-8F4E-B3E7-DE198FDA7BC2}" dt="2026-09-02T09:10:20.348" v="116"/>
          <ac:spMkLst>
            <pc:docMk/>
            <pc:sldMk cId="1258301115" sldId="600"/>
            <ac:spMk id="2" creationId="{554CF8D2-0A2C-D547-E4D8-56BAB45DBAF2}"/>
          </ac:spMkLst>
        </pc:spChg>
        <pc:spChg chg="del">
          <ac:chgData name="油谷　陽樹" userId="30f347c3-dd01-4085-822f-8fa03c05601b" providerId="ADAL" clId="{F95FEB7A-245A-8F4E-B3E7-DE198FDA7BC2}" dt="2026-09-02T09:10:20.341" v="115"/>
          <ac:spMkLst>
            <pc:docMk/>
            <pc:sldMk cId="1258301115" sldId="600"/>
            <ac:spMk id="3" creationId="{D7148A77-281A-6C95-456C-F429F2C69897}"/>
          </ac:spMkLst>
        </pc:spChg>
        <pc:spChg chg="add mod">
          <ac:chgData name="油谷　陽樹" userId="30f347c3-dd01-4085-822f-8fa03c05601b" providerId="ADAL" clId="{F95FEB7A-245A-8F4E-B3E7-DE198FDA7BC2}" dt="2026-09-02T09:10:20.356" v="122"/>
          <ac:spMkLst>
            <pc:docMk/>
            <pc:sldMk cId="1258301115" sldId="600"/>
            <ac:spMk id="4" creationId="{2F55FC72-1791-0640-8D1A-5417F2A246AC}"/>
          </ac:spMkLst>
        </pc:spChg>
        <pc:spChg chg="add mod">
          <ac:chgData name="油谷　陽樹" userId="30f347c3-dd01-4085-822f-8fa03c05601b" providerId="ADAL" clId="{F95FEB7A-245A-8F4E-B3E7-DE198FDA7BC2}" dt="2026-09-02T09:10:20.359" v="127"/>
          <ac:spMkLst>
            <pc:docMk/>
            <pc:sldMk cId="1258301115" sldId="600"/>
            <ac:spMk id="5" creationId="{10F0DCE5-2A69-094C-943B-4ED34BB762F9}"/>
          </ac:spMkLst>
        </pc:spChg>
        <pc:spChg chg="add mod">
          <ac:chgData name="油谷　陽樹" userId="30f347c3-dd01-4085-822f-8fa03c05601b" providerId="ADAL" clId="{F95FEB7A-245A-8F4E-B3E7-DE198FDA7BC2}" dt="2026-09-02T09:10:20.361" v="132"/>
          <ac:spMkLst>
            <pc:docMk/>
            <pc:sldMk cId="1258301115" sldId="600"/>
            <ac:spMk id="6" creationId="{64FC4A5B-1939-B64F-B2DB-D64FE4F1E557}"/>
          </ac:spMkLst>
        </pc:spChg>
        <pc:spChg chg="add mod">
          <ac:chgData name="油谷　陽樹" userId="30f347c3-dd01-4085-822f-8fa03c05601b" providerId="ADAL" clId="{F95FEB7A-245A-8F4E-B3E7-DE198FDA7BC2}" dt="2026-09-02T09:10:20.364" v="137"/>
          <ac:spMkLst>
            <pc:docMk/>
            <pc:sldMk cId="1258301115" sldId="600"/>
            <ac:spMk id="7" creationId="{43996C29-179F-E145-A46A-7CA627859436}"/>
          </ac:spMkLst>
        </pc:spChg>
        <pc:spChg chg="add mod">
          <ac:chgData name="油谷　陽樹" userId="30f347c3-dd01-4085-822f-8fa03c05601b" providerId="ADAL" clId="{F95FEB7A-245A-8F4E-B3E7-DE198FDA7BC2}" dt="2026-09-02T09:10:20.367" v="142"/>
          <ac:spMkLst>
            <pc:docMk/>
            <pc:sldMk cId="1258301115" sldId="600"/>
            <ac:spMk id="8" creationId="{59E9BA9E-B14E-D843-90E5-A11082B95E21}"/>
          </ac:spMkLst>
        </pc:spChg>
        <pc:spChg chg="add mod">
          <ac:chgData name="油谷　陽樹" userId="30f347c3-dd01-4085-822f-8fa03c05601b" providerId="ADAL" clId="{F95FEB7A-245A-8F4E-B3E7-DE198FDA7BC2}" dt="2026-09-02T09:10:20.370" v="147"/>
          <ac:spMkLst>
            <pc:docMk/>
            <pc:sldMk cId="1258301115" sldId="600"/>
            <ac:spMk id="9" creationId="{97153891-E7A8-394E-B4D7-DB32EAADAEB0}"/>
          </ac:spMkLst>
        </pc:spChg>
        <pc:spChg chg="add mod">
          <ac:chgData name="油谷　陽樹" userId="30f347c3-dd01-4085-822f-8fa03c05601b" providerId="ADAL" clId="{F95FEB7A-245A-8F4E-B3E7-DE198FDA7BC2}" dt="2026-09-02T09:10:20.374" v="153"/>
          <ac:spMkLst>
            <pc:docMk/>
            <pc:sldMk cId="1258301115" sldId="600"/>
            <ac:spMk id="10" creationId="{BE97587F-3360-2441-9821-73F38BE189C4}"/>
          </ac:spMkLst>
        </pc:spChg>
        <pc:spChg chg="add mod">
          <ac:chgData name="油谷　陽樹" userId="30f347c3-dd01-4085-822f-8fa03c05601b" providerId="ADAL" clId="{F95FEB7A-245A-8F4E-B3E7-DE198FDA7BC2}" dt="2026-09-02T09:10:20.377" v="158"/>
          <ac:spMkLst>
            <pc:docMk/>
            <pc:sldMk cId="1258301115" sldId="600"/>
            <ac:spMk id="11" creationId="{CFAB820E-17CE-3141-8894-229ED74C61C3}"/>
          </ac:spMkLst>
        </pc:spChg>
        <pc:spChg chg="add mod">
          <ac:chgData name="油谷　陽樹" userId="30f347c3-dd01-4085-822f-8fa03c05601b" providerId="ADAL" clId="{F95FEB7A-245A-8F4E-B3E7-DE198FDA7BC2}" dt="2026-09-02T09:10:20.380" v="163"/>
          <ac:spMkLst>
            <pc:docMk/>
            <pc:sldMk cId="1258301115" sldId="600"/>
            <ac:spMk id="12" creationId="{A323F94C-C622-3F44-A44A-1481F1D50544}"/>
          </ac:spMkLst>
        </pc:spChg>
        <pc:spChg chg="add mod">
          <ac:chgData name="油谷　陽樹" userId="30f347c3-dd01-4085-822f-8fa03c05601b" providerId="ADAL" clId="{F95FEB7A-245A-8F4E-B3E7-DE198FDA7BC2}" dt="2026-09-02T09:10:20.383" v="169"/>
          <ac:spMkLst>
            <pc:docMk/>
            <pc:sldMk cId="1258301115" sldId="600"/>
            <ac:spMk id="13" creationId="{05125802-FD12-AD4D-A06E-41D530E4F2AE}"/>
          </ac:spMkLst>
        </pc:spChg>
        <pc:spChg chg="add mod">
          <ac:chgData name="油谷　陽樹" userId="30f347c3-dd01-4085-822f-8fa03c05601b" providerId="ADAL" clId="{F95FEB7A-245A-8F4E-B3E7-DE198FDA7BC2}" dt="2026-09-02T09:10:20.387" v="175"/>
          <ac:spMkLst>
            <pc:docMk/>
            <pc:sldMk cId="1258301115" sldId="600"/>
            <ac:spMk id="14" creationId="{ACB64971-9A9E-4149-BD92-F63B01ABB06D}"/>
          </ac:spMkLst>
        </pc:spChg>
        <pc:spChg chg="add mod">
          <ac:chgData name="油谷　陽樹" userId="30f347c3-dd01-4085-822f-8fa03c05601b" providerId="ADAL" clId="{F95FEB7A-245A-8F4E-B3E7-DE198FDA7BC2}" dt="2026-09-02T09:10:20.390" v="180"/>
          <ac:spMkLst>
            <pc:docMk/>
            <pc:sldMk cId="1258301115" sldId="600"/>
            <ac:spMk id="15" creationId="{9846DF48-1BD0-2E46-B3F5-9986118B4B3B}"/>
          </ac:spMkLst>
        </pc:spChg>
        <pc:spChg chg="add mod">
          <ac:chgData name="油谷　陽樹" userId="30f347c3-dd01-4085-822f-8fa03c05601b" providerId="ADAL" clId="{F95FEB7A-245A-8F4E-B3E7-DE198FDA7BC2}" dt="2026-09-02T09:10:20.392" v="185"/>
          <ac:spMkLst>
            <pc:docMk/>
            <pc:sldMk cId="1258301115" sldId="600"/>
            <ac:spMk id="16" creationId="{30BF17A1-D853-1545-A7D3-0071A841C414}"/>
          </ac:spMkLst>
        </pc:spChg>
        <pc:spChg chg="add mod">
          <ac:chgData name="油谷　陽樹" userId="30f347c3-dd01-4085-822f-8fa03c05601b" providerId="ADAL" clId="{F95FEB7A-245A-8F4E-B3E7-DE198FDA7BC2}" dt="2026-09-02T09:10:20.394" v="190"/>
          <ac:spMkLst>
            <pc:docMk/>
            <pc:sldMk cId="1258301115" sldId="600"/>
            <ac:spMk id="17" creationId="{6030A128-123C-EF43-BFC2-D73BDAF5B525}"/>
          </ac:spMkLst>
        </pc:spChg>
        <pc:spChg chg="add mod">
          <ac:chgData name="油谷　陽樹" userId="30f347c3-dd01-4085-822f-8fa03c05601b" providerId="ADAL" clId="{F95FEB7A-245A-8F4E-B3E7-DE198FDA7BC2}" dt="2026-09-02T09:10:20.396" v="195"/>
          <ac:spMkLst>
            <pc:docMk/>
            <pc:sldMk cId="1258301115" sldId="600"/>
            <ac:spMk id="18" creationId="{C29B1151-F332-7644-B0BD-0875B4A1607D}"/>
          </ac:spMkLst>
        </pc:spChg>
        <pc:spChg chg="add mod">
          <ac:chgData name="油谷　陽樹" userId="30f347c3-dd01-4085-822f-8fa03c05601b" providerId="ADAL" clId="{F95FEB7A-245A-8F4E-B3E7-DE198FDA7BC2}" dt="2026-09-02T09:10:20.399" v="200"/>
          <ac:spMkLst>
            <pc:docMk/>
            <pc:sldMk cId="1258301115" sldId="600"/>
            <ac:spMk id="19" creationId="{5DC038D2-310A-EF47-B844-6F82DE01D2B0}"/>
          </ac:spMkLst>
        </pc:spChg>
        <pc:spChg chg="add mod">
          <ac:chgData name="油谷　陽樹" userId="30f347c3-dd01-4085-822f-8fa03c05601b" providerId="ADAL" clId="{F95FEB7A-245A-8F4E-B3E7-DE198FDA7BC2}" dt="2026-09-02T09:10:20.401" v="206"/>
          <ac:spMkLst>
            <pc:docMk/>
            <pc:sldMk cId="1258301115" sldId="600"/>
            <ac:spMk id="20" creationId="{0F1711DC-9C2A-E745-A8B1-713B51ABFD5F}"/>
          </ac:spMkLst>
        </pc:spChg>
        <pc:spChg chg="add mod">
          <ac:chgData name="油谷　陽樹" userId="30f347c3-dd01-4085-822f-8fa03c05601b" providerId="ADAL" clId="{F95FEB7A-245A-8F4E-B3E7-DE198FDA7BC2}" dt="2026-09-02T09:10:20.403" v="211"/>
          <ac:spMkLst>
            <pc:docMk/>
            <pc:sldMk cId="1258301115" sldId="600"/>
            <ac:spMk id="21" creationId="{C339494F-D0DF-8046-BCAA-619AA05EAF23}"/>
          </ac:spMkLst>
        </pc:spChg>
        <pc:spChg chg="add mod">
          <ac:chgData name="油谷　陽樹" userId="30f347c3-dd01-4085-822f-8fa03c05601b" providerId="ADAL" clId="{F95FEB7A-245A-8F4E-B3E7-DE198FDA7BC2}" dt="2026-09-02T09:10:20.405" v="216"/>
          <ac:spMkLst>
            <pc:docMk/>
            <pc:sldMk cId="1258301115" sldId="600"/>
            <ac:spMk id="22" creationId="{9F75BD3F-ABDB-2F47-91BF-E3F0534FEFF2}"/>
          </ac:spMkLst>
        </pc:spChg>
        <pc:spChg chg="add mod">
          <ac:chgData name="油谷　陽樹" userId="30f347c3-dd01-4085-822f-8fa03c05601b" providerId="ADAL" clId="{F95FEB7A-245A-8F4E-B3E7-DE198FDA7BC2}" dt="2026-09-02T09:10:20.408" v="222"/>
          <ac:spMkLst>
            <pc:docMk/>
            <pc:sldMk cId="1258301115" sldId="600"/>
            <ac:spMk id="23" creationId="{ECF7B606-E63E-5E4D-A66A-B8B2C9AED526}"/>
          </ac:spMkLst>
        </pc:spChg>
        <pc:spChg chg="add mod">
          <ac:chgData name="油谷　陽樹" userId="30f347c3-dd01-4085-822f-8fa03c05601b" providerId="ADAL" clId="{F95FEB7A-245A-8F4E-B3E7-DE198FDA7BC2}" dt="2026-09-02T09:10:20.411" v="228"/>
          <ac:spMkLst>
            <pc:docMk/>
            <pc:sldMk cId="1258301115" sldId="600"/>
            <ac:spMk id="24" creationId="{1E195060-F837-D74E-B077-0487F5ABE4FD}"/>
          </ac:spMkLst>
        </pc:spChg>
        <pc:spChg chg="add mod">
          <ac:chgData name="油谷　陽樹" userId="30f347c3-dd01-4085-822f-8fa03c05601b" providerId="ADAL" clId="{F95FEB7A-245A-8F4E-B3E7-DE198FDA7BC2}" dt="2026-09-02T09:10:20.413" v="233"/>
          <ac:spMkLst>
            <pc:docMk/>
            <pc:sldMk cId="1258301115" sldId="600"/>
            <ac:spMk id="25" creationId="{182402BE-6751-E441-B10E-AFA9A1AC0640}"/>
          </ac:spMkLst>
        </pc:spChg>
        <pc:spChg chg="add mod">
          <ac:chgData name="油谷　陽樹" userId="30f347c3-dd01-4085-822f-8fa03c05601b" providerId="ADAL" clId="{F95FEB7A-245A-8F4E-B3E7-DE198FDA7BC2}" dt="2026-09-02T09:10:20.414" v="238"/>
          <ac:spMkLst>
            <pc:docMk/>
            <pc:sldMk cId="1258301115" sldId="600"/>
            <ac:spMk id="26" creationId="{6802526C-392A-2C44-92D0-5E79ED7DD0DD}"/>
          </ac:spMkLst>
        </pc:spChg>
        <pc:spChg chg="add mod">
          <ac:chgData name="油谷　陽樹" userId="30f347c3-dd01-4085-822f-8fa03c05601b" providerId="ADAL" clId="{F95FEB7A-245A-8F4E-B3E7-DE198FDA7BC2}" dt="2026-09-02T09:10:20.416" v="243"/>
          <ac:spMkLst>
            <pc:docMk/>
            <pc:sldMk cId="1258301115" sldId="600"/>
            <ac:spMk id="27" creationId="{A613975C-4DA4-F248-BC70-B68A709C5681}"/>
          </ac:spMkLst>
        </pc:spChg>
        <pc:spChg chg="add mod">
          <ac:chgData name="油谷　陽樹" userId="30f347c3-dd01-4085-822f-8fa03c05601b" providerId="ADAL" clId="{F95FEB7A-245A-8F4E-B3E7-DE198FDA7BC2}" dt="2026-09-02T09:10:20.418" v="248"/>
          <ac:spMkLst>
            <pc:docMk/>
            <pc:sldMk cId="1258301115" sldId="600"/>
            <ac:spMk id="28" creationId="{CDECF336-0A5A-C645-BE0D-747A1E68CD86}"/>
          </ac:spMkLst>
        </pc:spChg>
        <pc:spChg chg="add mod">
          <ac:chgData name="油谷　陽樹" userId="30f347c3-dd01-4085-822f-8fa03c05601b" providerId="ADAL" clId="{F95FEB7A-245A-8F4E-B3E7-DE198FDA7BC2}" dt="2026-09-02T09:10:20.420" v="253"/>
          <ac:spMkLst>
            <pc:docMk/>
            <pc:sldMk cId="1258301115" sldId="600"/>
            <ac:spMk id="29" creationId="{95AFB83D-1D5F-EB4D-A63D-D4C46AE539F1}"/>
          </ac:spMkLst>
        </pc:spChg>
        <pc:spChg chg="add mod">
          <ac:chgData name="油谷　陽樹" userId="30f347c3-dd01-4085-822f-8fa03c05601b" providerId="ADAL" clId="{F95FEB7A-245A-8F4E-B3E7-DE198FDA7BC2}" dt="2026-09-02T09:10:20.422" v="259"/>
          <ac:spMkLst>
            <pc:docMk/>
            <pc:sldMk cId="1258301115" sldId="600"/>
            <ac:spMk id="30" creationId="{EA8D4BA5-3A99-9E44-9742-736B7E19A632}"/>
          </ac:spMkLst>
        </pc:spChg>
        <pc:spChg chg="add mod">
          <ac:chgData name="油谷　陽樹" userId="30f347c3-dd01-4085-822f-8fa03c05601b" providerId="ADAL" clId="{F95FEB7A-245A-8F4E-B3E7-DE198FDA7BC2}" dt="2026-09-02T09:10:20.424" v="264"/>
          <ac:spMkLst>
            <pc:docMk/>
            <pc:sldMk cId="1258301115" sldId="600"/>
            <ac:spMk id="31" creationId="{A78EAFEE-095B-4540-AA02-D60EAE989B2C}"/>
          </ac:spMkLst>
        </pc:spChg>
        <pc:spChg chg="add mod">
          <ac:chgData name="油谷　陽樹" userId="30f347c3-dd01-4085-822f-8fa03c05601b" providerId="ADAL" clId="{F95FEB7A-245A-8F4E-B3E7-DE198FDA7BC2}" dt="2026-09-02T09:10:20.425" v="269"/>
          <ac:spMkLst>
            <pc:docMk/>
            <pc:sldMk cId="1258301115" sldId="600"/>
            <ac:spMk id="32" creationId="{3BA1BD67-E12F-3248-90C5-697805EE4C8A}"/>
          </ac:spMkLst>
        </pc:spChg>
        <pc:spChg chg="add mod">
          <ac:chgData name="油谷　陽樹" userId="30f347c3-dd01-4085-822f-8fa03c05601b" providerId="ADAL" clId="{F95FEB7A-245A-8F4E-B3E7-DE198FDA7BC2}" dt="2026-09-02T09:10:20.427" v="275"/>
          <ac:spMkLst>
            <pc:docMk/>
            <pc:sldMk cId="1258301115" sldId="600"/>
            <ac:spMk id="33" creationId="{0074A823-2491-0B4C-B80C-009F858444F1}"/>
          </ac:spMkLst>
        </pc:spChg>
        <pc:spChg chg="add mod">
          <ac:chgData name="油谷　陽樹" userId="30f347c3-dd01-4085-822f-8fa03c05601b" providerId="ADAL" clId="{F95FEB7A-245A-8F4E-B3E7-DE198FDA7BC2}" dt="2026-09-02T09:10:20.430" v="281"/>
          <ac:spMkLst>
            <pc:docMk/>
            <pc:sldMk cId="1258301115" sldId="600"/>
            <ac:spMk id="34" creationId="{1E1FFE5D-6D31-3948-8E1B-EBF5F74D380A}"/>
          </ac:spMkLst>
        </pc:spChg>
        <pc:spChg chg="add mod">
          <ac:chgData name="油谷　陽樹" userId="30f347c3-dd01-4085-822f-8fa03c05601b" providerId="ADAL" clId="{F95FEB7A-245A-8F4E-B3E7-DE198FDA7BC2}" dt="2026-09-02T09:10:20.431" v="286"/>
          <ac:spMkLst>
            <pc:docMk/>
            <pc:sldMk cId="1258301115" sldId="600"/>
            <ac:spMk id="35" creationId="{4E7BFDCD-03DC-1343-B0B8-15175B32CA37}"/>
          </ac:spMkLst>
        </pc:spChg>
        <pc:spChg chg="add mod">
          <ac:chgData name="油谷　陽樹" userId="30f347c3-dd01-4085-822f-8fa03c05601b" providerId="ADAL" clId="{F95FEB7A-245A-8F4E-B3E7-DE198FDA7BC2}" dt="2026-09-02T09:10:20.433" v="291"/>
          <ac:spMkLst>
            <pc:docMk/>
            <pc:sldMk cId="1258301115" sldId="600"/>
            <ac:spMk id="36" creationId="{5E88A5AB-F051-1248-BDC2-E8EDC405D36D}"/>
          </ac:spMkLst>
        </pc:spChg>
        <pc:spChg chg="add mod">
          <ac:chgData name="油谷　陽樹" userId="30f347c3-dd01-4085-822f-8fa03c05601b" providerId="ADAL" clId="{F95FEB7A-245A-8F4E-B3E7-DE198FDA7BC2}" dt="2026-09-02T09:10:20.434" v="296"/>
          <ac:spMkLst>
            <pc:docMk/>
            <pc:sldMk cId="1258301115" sldId="600"/>
            <ac:spMk id="37" creationId="{5316080D-1F3F-5B40-A2B9-EB643F2D86C7}"/>
          </ac:spMkLst>
        </pc:spChg>
        <pc:spChg chg="add mod">
          <ac:chgData name="油谷　陽樹" userId="30f347c3-dd01-4085-822f-8fa03c05601b" providerId="ADAL" clId="{F95FEB7A-245A-8F4E-B3E7-DE198FDA7BC2}" dt="2026-09-02T09:10:20.436" v="301"/>
          <ac:spMkLst>
            <pc:docMk/>
            <pc:sldMk cId="1258301115" sldId="600"/>
            <ac:spMk id="38" creationId="{AA68FC28-C3B7-D646-A609-DE18ADE0924F}"/>
          </ac:spMkLst>
        </pc:spChg>
        <pc:spChg chg="add mod">
          <ac:chgData name="油谷　陽樹" userId="30f347c3-dd01-4085-822f-8fa03c05601b" providerId="ADAL" clId="{F95FEB7A-245A-8F4E-B3E7-DE198FDA7BC2}" dt="2026-09-02T09:10:20.437" v="306"/>
          <ac:spMkLst>
            <pc:docMk/>
            <pc:sldMk cId="1258301115" sldId="600"/>
            <ac:spMk id="39" creationId="{E0FEEB0B-3DB3-8249-BD24-EA49A6B3705A}"/>
          </ac:spMkLst>
        </pc:spChg>
        <pc:spChg chg="add mod">
          <ac:chgData name="油谷　陽樹" userId="30f347c3-dd01-4085-822f-8fa03c05601b" providerId="ADAL" clId="{F95FEB7A-245A-8F4E-B3E7-DE198FDA7BC2}" dt="2026-09-02T09:10:20.439" v="312"/>
          <ac:spMkLst>
            <pc:docMk/>
            <pc:sldMk cId="1258301115" sldId="600"/>
            <ac:spMk id="40" creationId="{0B0631C2-6CC6-1543-A89A-3DE70B2E7A47}"/>
          </ac:spMkLst>
        </pc:spChg>
        <pc:spChg chg="add mod">
          <ac:chgData name="油谷　陽樹" userId="30f347c3-dd01-4085-822f-8fa03c05601b" providerId="ADAL" clId="{F95FEB7A-245A-8F4E-B3E7-DE198FDA7BC2}" dt="2026-09-02T09:10:20.441" v="317"/>
          <ac:spMkLst>
            <pc:docMk/>
            <pc:sldMk cId="1258301115" sldId="600"/>
            <ac:spMk id="41" creationId="{FBCBBCBF-07F4-B248-A91B-CB3F56F3F674}"/>
          </ac:spMkLst>
        </pc:spChg>
        <pc:spChg chg="add mod">
          <ac:chgData name="油谷　陽樹" userId="30f347c3-dd01-4085-822f-8fa03c05601b" providerId="ADAL" clId="{F95FEB7A-245A-8F4E-B3E7-DE198FDA7BC2}" dt="2026-09-02T09:10:20.442" v="322"/>
          <ac:spMkLst>
            <pc:docMk/>
            <pc:sldMk cId="1258301115" sldId="600"/>
            <ac:spMk id="42" creationId="{D41FD63D-B69F-7048-B7D8-750B588A24CA}"/>
          </ac:spMkLst>
        </pc:spChg>
        <pc:spChg chg="add mod">
          <ac:chgData name="油谷　陽樹" userId="30f347c3-dd01-4085-822f-8fa03c05601b" providerId="ADAL" clId="{F95FEB7A-245A-8F4E-B3E7-DE198FDA7BC2}" dt="2026-09-02T09:10:20.444" v="328"/>
          <ac:spMkLst>
            <pc:docMk/>
            <pc:sldMk cId="1258301115" sldId="600"/>
            <ac:spMk id="43" creationId="{41017E30-A4C3-0043-BB23-912BC4F179E6}"/>
          </ac:spMkLst>
        </pc:spChg>
        <pc:spChg chg="add mod">
          <ac:chgData name="油谷　陽樹" userId="30f347c3-dd01-4085-822f-8fa03c05601b" providerId="ADAL" clId="{F95FEB7A-245A-8F4E-B3E7-DE198FDA7BC2}" dt="2026-09-02T09:10:20.447" v="334"/>
          <ac:spMkLst>
            <pc:docMk/>
            <pc:sldMk cId="1258301115" sldId="600"/>
            <ac:spMk id="44" creationId="{F0EC51C9-0DA6-D540-8C5B-85E143DBB2B9}"/>
          </ac:spMkLst>
        </pc:spChg>
        <pc:spChg chg="add mod">
          <ac:chgData name="油谷　陽樹" userId="30f347c3-dd01-4085-822f-8fa03c05601b" providerId="ADAL" clId="{F95FEB7A-245A-8F4E-B3E7-DE198FDA7BC2}" dt="2026-09-02T09:10:20.448" v="339"/>
          <ac:spMkLst>
            <pc:docMk/>
            <pc:sldMk cId="1258301115" sldId="600"/>
            <ac:spMk id="45" creationId="{A32751A8-CC9C-CD42-8BF2-48FEE554C62B}"/>
          </ac:spMkLst>
        </pc:spChg>
        <pc:spChg chg="add mod">
          <ac:chgData name="油谷　陽樹" userId="30f347c3-dd01-4085-822f-8fa03c05601b" providerId="ADAL" clId="{F95FEB7A-245A-8F4E-B3E7-DE198FDA7BC2}" dt="2026-09-02T09:10:20.450" v="345"/>
          <ac:spMkLst>
            <pc:docMk/>
            <pc:sldMk cId="1258301115" sldId="600"/>
            <ac:spMk id="46" creationId="{F72164AE-1997-084D-BF51-FB6DD2D7C3DB}"/>
          </ac:spMkLst>
        </pc:spChg>
      </pc:sldChg>
      <pc:sldChg chg="addSp delSp modSp add mod">
        <pc:chgData name="油谷　陽樹" userId="30f347c3-dd01-4085-822f-8fa03c05601b" providerId="ADAL" clId="{F95FEB7A-245A-8F4E-B3E7-DE198FDA7BC2}" dt="2026-09-02T09:10:44.400" v="476"/>
        <pc:sldMkLst>
          <pc:docMk/>
          <pc:sldMk cId="1801518374" sldId="601"/>
        </pc:sldMkLst>
        <pc:spChg chg="mod">
          <ac:chgData name="油谷　陽樹" userId="30f347c3-dd01-4085-822f-8fa03c05601b" providerId="ADAL" clId="{F95FEB7A-245A-8F4E-B3E7-DE198FDA7BC2}" dt="2026-09-02T09:10:44.341" v="347"/>
          <ac:spMkLst>
            <pc:docMk/>
            <pc:sldMk cId="1801518374" sldId="601"/>
            <ac:spMk id="2" creationId="{554CF8D2-0A2C-D547-E4D8-56BAB45DBAF2}"/>
          </ac:spMkLst>
        </pc:spChg>
        <pc:spChg chg="del">
          <ac:chgData name="油谷　陽樹" userId="30f347c3-dd01-4085-822f-8fa03c05601b" providerId="ADAL" clId="{F95FEB7A-245A-8F4E-B3E7-DE198FDA7BC2}" dt="2026-09-02T09:10:44.339" v="346"/>
          <ac:spMkLst>
            <pc:docMk/>
            <pc:sldMk cId="1801518374" sldId="601"/>
            <ac:spMk id="3" creationId="{D7148A77-281A-6C95-456C-F429F2C69897}"/>
          </ac:spMkLst>
        </pc:spChg>
        <pc:spChg chg="add mod">
          <ac:chgData name="油谷　陽樹" userId="30f347c3-dd01-4085-822f-8fa03c05601b" providerId="ADAL" clId="{F95FEB7A-245A-8F4E-B3E7-DE198FDA7BC2}" dt="2026-09-02T09:10:44.345" v="353"/>
          <ac:spMkLst>
            <pc:docMk/>
            <pc:sldMk cId="1801518374" sldId="601"/>
            <ac:spMk id="4" creationId="{125DC4B5-16BC-C443-8B02-15214CD18EE3}"/>
          </ac:spMkLst>
        </pc:spChg>
        <pc:spChg chg="add mod">
          <ac:chgData name="油谷　陽樹" userId="30f347c3-dd01-4085-822f-8fa03c05601b" providerId="ADAL" clId="{F95FEB7A-245A-8F4E-B3E7-DE198FDA7BC2}" dt="2026-09-02T09:10:44.349" v="359"/>
          <ac:spMkLst>
            <pc:docMk/>
            <pc:sldMk cId="1801518374" sldId="601"/>
            <ac:spMk id="5" creationId="{5F729FC7-46CD-0E4F-9E4A-C654CF8D5711}"/>
          </ac:spMkLst>
        </pc:spChg>
        <pc:spChg chg="add mod">
          <ac:chgData name="油谷　陽樹" userId="30f347c3-dd01-4085-822f-8fa03c05601b" providerId="ADAL" clId="{F95FEB7A-245A-8F4E-B3E7-DE198FDA7BC2}" dt="2026-09-02T09:10:44.351" v="364"/>
          <ac:spMkLst>
            <pc:docMk/>
            <pc:sldMk cId="1801518374" sldId="601"/>
            <ac:spMk id="6" creationId="{E980DF73-D4A7-6D42-AB78-2D4FD7BA650E}"/>
          </ac:spMkLst>
        </pc:spChg>
        <pc:spChg chg="add mod">
          <ac:chgData name="油谷　陽樹" userId="30f347c3-dd01-4085-822f-8fa03c05601b" providerId="ADAL" clId="{F95FEB7A-245A-8F4E-B3E7-DE198FDA7BC2}" dt="2026-09-02T09:10:44.353" v="369"/>
          <ac:spMkLst>
            <pc:docMk/>
            <pc:sldMk cId="1801518374" sldId="601"/>
            <ac:spMk id="7" creationId="{AD8CCA84-DC35-9C47-A611-ECD3B42E0276}"/>
          </ac:spMkLst>
        </pc:spChg>
        <pc:spChg chg="add mod">
          <ac:chgData name="油谷　陽樹" userId="30f347c3-dd01-4085-822f-8fa03c05601b" providerId="ADAL" clId="{F95FEB7A-245A-8F4E-B3E7-DE198FDA7BC2}" dt="2026-09-02T09:10:44.356" v="375"/>
          <ac:spMkLst>
            <pc:docMk/>
            <pc:sldMk cId="1801518374" sldId="601"/>
            <ac:spMk id="8" creationId="{CCCD51EC-E2E1-A045-BD73-81198F5FDA6D}"/>
          </ac:spMkLst>
        </pc:spChg>
        <pc:spChg chg="add mod">
          <ac:chgData name="油谷　陽樹" userId="30f347c3-dd01-4085-822f-8fa03c05601b" providerId="ADAL" clId="{F95FEB7A-245A-8F4E-B3E7-DE198FDA7BC2}" dt="2026-09-02T09:10:44.359" v="381"/>
          <ac:spMkLst>
            <pc:docMk/>
            <pc:sldMk cId="1801518374" sldId="601"/>
            <ac:spMk id="9" creationId="{381E124F-73E2-4446-A0C1-90AB37C1D728}"/>
          </ac:spMkLst>
        </pc:spChg>
        <pc:spChg chg="add mod">
          <ac:chgData name="油谷　陽樹" userId="30f347c3-dd01-4085-822f-8fa03c05601b" providerId="ADAL" clId="{F95FEB7A-245A-8F4E-B3E7-DE198FDA7BC2}" dt="2026-09-02T09:10:44.362" v="387"/>
          <ac:spMkLst>
            <pc:docMk/>
            <pc:sldMk cId="1801518374" sldId="601"/>
            <ac:spMk id="10" creationId="{6CBB8ADC-F568-904E-A39E-0B4CE52DEB9D}"/>
          </ac:spMkLst>
        </pc:spChg>
        <pc:spChg chg="add mod">
          <ac:chgData name="油谷　陽樹" userId="30f347c3-dd01-4085-822f-8fa03c05601b" providerId="ADAL" clId="{F95FEB7A-245A-8F4E-B3E7-DE198FDA7BC2}" dt="2026-09-02T09:10:44.365" v="393"/>
          <ac:spMkLst>
            <pc:docMk/>
            <pc:sldMk cId="1801518374" sldId="601"/>
            <ac:spMk id="11" creationId="{5B1E028F-8F88-E242-94CC-07BA87FCC94D}"/>
          </ac:spMkLst>
        </pc:spChg>
        <pc:spChg chg="add mod">
          <ac:chgData name="油谷　陽樹" userId="30f347c3-dd01-4085-822f-8fa03c05601b" providerId="ADAL" clId="{F95FEB7A-245A-8F4E-B3E7-DE198FDA7BC2}" dt="2026-09-02T09:10:44.368" v="398"/>
          <ac:spMkLst>
            <pc:docMk/>
            <pc:sldMk cId="1801518374" sldId="601"/>
            <ac:spMk id="12" creationId="{BF3F1E9B-1295-7E45-89CB-2CE8DD4A6437}"/>
          </ac:spMkLst>
        </pc:spChg>
        <pc:spChg chg="add mod">
          <ac:chgData name="油谷　陽樹" userId="30f347c3-dd01-4085-822f-8fa03c05601b" providerId="ADAL" clId="{F95FEB7A-245A-8F4E-B3E7-DE198FDA7BC2}" dt="2026-09-02T09:10:44.369" v="403"/>
          <ac:spMkLst>
            <pc:docMk/>
            <pc:sldMk cId="1801518374" sldId="601"/>
            <ac:spMk id="13" creationId="{6D9F67EE-5148-C843-860D-6A306189A973}"/>
          </ac:spMkLst>
        </pc:spChg>
        <pc:spChg chg="add mod">
          <ac:chgData name="油谷　陽樹" userId="30f347c3-dd01-4085-822f-8fa03c05601b" providerId="ADAL" clId="{F95FEB7A-245A-8F4E-B3E7-DE198FDA7BC2}" dt="2026-09-02T09:10:44.371" v="408"/>
          <ac:spMkLst>
            <pc:docMk/>
            <pc:sldMk cId="1801518374" sldId="601"/>
            <ac:spMk id="14" creationId="{07DF5F6D-BF5F-6041-AF4E-6CA42118DB6F}"/>
          </ac:spMkLst>
        </pc:spChg>
        <pc:spChg chg="add mod">
          <ac:chgData name="油谷　陽樹" userId="30f347c3-dd01-4085-822f-8fa03c05601b" providerId="ADAL" clId="{F95FEB7A-245A-8F4E-B3E7-DE198FDA7BC2}" dt="2026-09-02T09:10:44.374" v="414"/>
          <ac:spMkLst>
            <pc:docMk/>
            <pc:sldMk cId="1801518374" sldId="601"/>
            <ac:spMk id="15" creationId="{566FA557-69E8-0040-B0C5-4567E8A1E032}"/>
          </ac:spMkLst>
        </pc:spChg>
        <pc:spChg chg="add mod">
          <ac:chgData name="油谷　陽樹" userId="30f347c3-dd01-4085-822f-8fa03c05601b" providerId="ADAL" clId="{F95FEB7A-245A-8F4E-B3E7-DE198FDA7BC2}" dt="2026-09-02T09:10:44.376" v="419"/>
          <ac:spMkLst>
            <pc:docMk/>
            <pc:sldMk cId="1801518374" sldId="601"/>
            <ac:spMk id="16" creationId="{D04550A3-7CC3-EA49-947E-917D21B026D8}"/>
          </ac:spMkLst>
        </pc:spChg>
        <pc:spChg chg="add mod">
          <ac:chgData name="油谷　陽樹" userId="30f347c3-dd01-4085-822f-8fa03c05601b" providerId="ADAL" clId="{F95FEB7A-245A-8F4E-B3E7-DE198FDA7BC2}" dt="2026-09-02T09:10:44.378" v="424"/>
          <ac:spMkLst>
            <pc:docMk/>
            <pc:sldMk cId="1801518374" sldId="601"/>
            <ac:spMk id="17" creationId="{2A270226-8088-E545-B384-A9DA42FF2ACD}"/>
          </ac:spMkLst>
        </pc:spChg>
        <pc:spChg chg="add mod">
          <ac:chgData name="油谷　陽樹" userId="30f347c3-dd01-4085-822f-8fa03c05601b" providerId="ADAL" clId="{F95FEB7A-245A-8F4E-B3E7-DE198FDA7BC2}" dt="2026-09-02T09:10:44.379" v="429"/>
          <ac:spMkLst>
            <pc:docMk/>
            <pc:sldMk cId="1801518374" sldId="601"/>
            <ac:spMk id="18" creationId="{0DEC049C-1BC8-7E49-A5F3-315890038481}"/>
          </ac:spMkLst>
        </pc:spChg>
        <pc:spChg chg="add mod">
          <ac:chgData name="油谷　陽樹" userId="30f347c3-dd01-4085-822f-8fa03c05601b" providerId="ADAL" clId="{F95FEB7A-245A-8F4E-B3E7-DE198FDA7BC2}" dt="2026-09-02T09:10:44.381" v="434"/>
          <ac:spMkLst>
            <pc:docMk/>
            <pc:sldMk cId="1801518374" sldId="601"/>
            <ac:spMk id="19" creationId="{A0D5E618-B630-214E-B968-6120D1EEE235}"/>
          </ac:spMkLst>
        </pc:spChg>
        <pc:spChg chg="add mod">
          <ac:chgData name="油谷　陽樹" userId="30f347c3-dd01-4085-822f-8fa03c05601b" providerId="ADAL" clId="{F95FEB7A-245A-8F4E-B3E7-DE198FDA7BC2}" dt="2026-09-02T09:10:44.383" v="439"/>
          <ac:spMkLst>
            <pc:docMk/>
            <pc:sldMk cId="1801518374" sldId="601"/>
            <ac:spMk id="20" creationId="{151D9AC2-A492-7E48-8C50-02E267DAAAF1}"/>
          </ac:spMkLst>
        </pc:spChg>
        <pc:spChg chg="add mod">
          <ac:chgData name="油谷　陽樹" userId="30f347c3-dd01-4085-822f-8fa03c05601b" providerId="ADAL" clId="{F95FEB7A-245A-8F4E-B3E7-DE198FDA7BC2}" dt="2026-09-02T09:10:44.385" v="444"/>
          <ac:spMkLst>
            <pc:docMk/>
            <pc:sldMk cId="1801518374" sldId="601"/>
            <ac:spMk id="21" creationId="{560948D4-F275-3B45-A7B2-F315A91C2A78}"/>
          </ac:spMkLst>
        </pc:spChg>
        <pc:spChg chg="add mod">
          <ac:chgData name="油谷　陽樹" userId="30f347c3-dd01-4085-822f-8fa03c05601b" providerId="ADAL" clId="{F95FEB7A-245A-8F4E-B3E7-DE198FDA7BC2}" dt="2026-09-02T09:10:44.388" v="450"/>
          <ac:spMkLst>
            <pc:docMk/>
            <pc:sldMk cId="1801518374" sldId="601"/>
            <ac:spMk id="22" creationId="{AEE814F4-D4AA-5F4D-B00E-940EE76F29D8}"/>
          </ac:spMkLst>
        </pc:spChg>
        <pc:spChg chg="add mod">
          <ac:chgData name="油谷　陽樹" userId="30f347c3-dd01-4085-822f-8fa03c05601b" providerId="ADAL" clId="{F95FEB7A-245A-8F4E-B3E7-DE198FDA7BC2}" dt="2026-09-02T09:10:44.389" v="453"/>
          <ac:spMkLst>
            <pc:docMk/>
            <pc:sldMk cId="1801518374" sldId="601"/>
            <ac:spMk id="23" creationId="{400EAE2F-BBE5-764E-87C7-3DA718673E2B}"/>
          </ac:spMkLst>
        </pc:spChg>
        <pc:spChg chg="add mod">
          <ac:chgData name="油谷　陽樹" userId="30f347c3-dd01-4085-822f-8fa03c05601b" providerId="ADAL" clId="{F95FEB7A-245A-8F4E-B3E7-DE198FDA7BC2}" dt="2026-09-02T09:10:44.391" v="459"/>
          <ac:spMkLst>
            <pc:docMk/>
            <pc:sldMk cId="1801518374" sldId="601"/>
            <ac:spMk id="24" creationId="{4244CCDD-53BD-FA43-80EF-063EB2D6C859}"/>
          </ac:spMkLst>
        </pc:spChg>
        <pc:spChg chg="add mod">
          <ac:chgData name="油谷　陽樹" userId="30f347c3-dd01-4085-822f-8fa03c05601b" providerId="ADAL" clId="{F95FEB7A-245A-8F4E-B3E7-DE198FDA7BC2}" dt="2026-09-02T09:10:44.393" v="464"/>
          <ac:spMkLst>
            <pc:docMk/>
            <pc:sldMk cId="1801518374" sldId="601"/>
            <ac:spMk id="25" creationId="{42BE04D1-1967-4046-8FAE-187F0C133000}"/>
          </ac:spMkLst>
        </pc:spChg>
        <pc:spChg chg="add mod">
          <ac:chgData name="油谷　陽樹" userId="30f347c3-dd01-4085-822f-8fa03c05601b" providerId="ADAL" clId="{F95FEB7A-245A-8F4E-B3E7-DE198FDA7BC2}" dt="2026-09-02T09:10:44.396" v="470"/>
          <ac:spMkLst>
            <pc:docMk/>
            <pc:sldMk cId="1801518374" sldId="601"/>
            <ac:spMk id="26" creationId="{073A9DCA-994C-504A-BCE1-19A44D01C699}"/>
          </ac:spMkLst>
        </pc:spChg>
        <pc:spChg chg="add mod">
          <ac:chgData name="油谷　陽樹" userId="30f347c3-dd01-4085-822f-8fa03c05601b" providerId="ADAL" clId="{F95FEB7A-245A-8F4E-B3E7-DE198FDA7BC2}" dt="2026-09-02T09:10:44.400" v="476"/>
          <ac:spMkLst>
            <pc:docMk/>
            <pc:sldMk cId="1801518374" sldId="601"/>
            <ac:spMk id="27" creationId="{AE7F92D2-74E3-5A45-A691-64D16FA23357}"/>
          </ac:spMkLst>
        </pc:spChg>
      </pc:sldChg>
      <pc:sldChg chg="addSp delSp modSp add mod">
        <pc:chgData name="油谷　陽樹" userId="30f347c3-dd01-4085-822f-8fa03c05601b" providerId="ADAL" clId="{F95FEB7A-245A-8F4E-B3E7-DE198FDA7BC2}" dt="2026-09-02T09:11:16.171" v="693"/>
        <pc:sldMkLst>
          <pc:docMk/>
          <pc:sldMk cId="1522103574" sldId="602"/>
        </pc:sldMkLst>
        <pc:spChg chg="mod">
          <ac:chgData name="油谷　陽樹" userId="30f347c3-dd01-4085-822f-8fa03c05601b" providerId="ADAL" clId="{F95FEB7A-245A-8F4E-B3E7-DE198FDA7BC2}" dt="2026-09-02T09:11:15.754" v="478"/>
          <ac:spMkLst>
            <pc:docMk/>
            <pc:sldMk cId="1522103574" sldId="602"/>
            <ac:spMk id="2" creationId="{554CF8D2-0A2C-D547-E4D8-56BAB45DBAF2}"/>
          </ac:spMkLst>
        </pc:spChg>
        <pc:spChg chg="del">
          <ac:chgData name="油谷　陽樹" userId="30f347c3-dd01-4085-822f-8fa03c05601b" providerId="ADAL" clId="{F95FEB7A-245A-8F4E-B3E7-DE198FDA7BC2}" dt="2026-09-02T09:11:15.752" v="477"/>
          <ac:spMkLst>
            <pc:docMk/>
            <pc:sldMk cId="1522103574" sldId="602"/>
            <ac:spMk id="3" creationId="{D7148A77-281A-6C95-456C-F429F2C69897}"/>
          </ac:spMkLst>
        </pc:spChg>
        <pc:spChg chg="add mod">
          <ac:chgData name="油谷　陽樹" userId="30f347c3-dd01-4085-822f-8fa03c05601b" providerId="ADAL" clId="{F95FEB7A-245A-8F4E-B3E7-DE198FDA7BC2}" dt="2026-09-02T09:11:15.759" v="483"/>
          <ac:spMkLst>
            <pc:docMk/>
            <pc:sldMk cId="1522103574" sldId="602"/>
            <ac:spMk id="4" creationId="{12B238C9-14F1-0D45-9D96-5E9FA7D779D6}"/>
          </ac:spMkLst>
        </pc:spChg>
        <pc:spChg chg="add mod">
          <ac:chgData name="油谷　陽樹" userId="30f347c3-dd01-4085-822f-8fa03c05601b" providerId="ADAL" clId="{F95FEB7A-245A-8F4E-B3E7-DE198FDA7BC2}" dt="2026-09-02T09:11:15.766" v="489"/>
          <ac:spMkLst>
            <pc:docMk/>
            <pc:sldMk cId="1522103574" sldId="602"/>
            <ac:spMk id="5" creationId="{4B7B3782-7598-4E47-91A0-E7192F64D4EF}"/>
          </ac:spMkLst>
        </pc:spChg>
        <pc:spChg chg="add mod">
          <ac:chgData name="油谷　陽樹" userId="30f347c3-dd01-4085-822f-8fa03c05601b" providerId="ADAL" clId="{F95FEB7A-245A-8F4E-B3E7-DE198FDA7BC2}" dt="2026-09-02T09:11:15.772" v="494"/>
          <ac:spMkLst>
            <pc:docMk/>
            <pc:sldMk cId="1522103574" sldId="602"/>
            <ac:spMk id="6" creationId="{1E25B410-8A71-4C42-AFF3-AD8427CF96DF}"/>
          </ac:spMkLst>
        </pc:spChg>
        <pc:spChg chg="add mod">
          <ac:chgData name="油谷　陽樹" userId="30f347c3-dd01-4085-822f-8fa03c05601b" providerId="ADAL" clId="{F95FEB7A-245A-8F4E-B3E7-DE198FDA7BC2}" dt="2026-09-02T09:11:15.786" v="500"/>
          <ac:spMkLst>
            <pc:docMk/>
            <pc:sldMk cId="1522103574" sldId="602"/>
            <ac:spMk id="7" creationId="{2C96E2E8-CAA7-6541-BCA1-884C923A27F2}"/>
          </ac:spMkLst>
        </pc:spChg>
        <pc:spChg chg="add mod">
          <ac:chgData name="油谷　陽樹" userId="30f347c3-dd01-4085-822f-8fa03c05601b" providerId="ADAL" clId="{F95FEB7A-245A-8F4E-B3E7-DE198FDA7BC2}" dt="2026-09-02T09:11:15.794" v="505"/>
          <ac:spMkLst>
            <pc:docMk/>
            <pc:sldMk cId="1522103574" sldId="602"/>
            <ac:spMk id="8" creationId="{467C12C7-1A54-C444-832D-81B7E8F5E48E}"/>
          </ac:spMkLst>
        </pc:spChg>
        <pc:spChg chg="add mod">
          <ac:chgData name="油谷　陽樹" userId="30f347c3-dd01-4085-822f-8fa03c05601b" providerId="ADAL" clId="{F95FEB7A-245A-8F4E-B3E7-DE198FDA7BC2}" dt="2026-09-02T09:11:15.806" v="511"/>
          <ac:spMkLst>
            <pc:docMk/>
            <pc:sldMk cId="1522103574" sldId="602"/>
            <ac:spMk id="9" creationId="{80A08645-E8C9-C944-84FA-8CBDA9477B58}"/>
          </ac:spMkLst>
        </pc:spChg>
        <pc:spChg chg="add mod">
          <ac:chgData name="油谷　陽樹" userId="30f347c3-dd01-4085-822f-8fa03c05601b" providerId="ADAL" clId="{F95FEB7A-245A-8F4E-B3E7-DE198FDA7BC2}" dt="2026-09-02T09:11:15.812" v="516"/>
          <ac:spMkLst>
            <pc:docMk/>
            <pc:sldMk cId="1522103574" sldId="602"/>
            <ac:spMk id="10" creationId="{79D0E26D-5B4E-7E46-95FC-5B8DB824062A}"/>
          </ac:spMkLst>
        </pc:spChg>
        <pc:spChg chg="add mod">
          <ac:chgData name="油谷　陽樹" userId="30f347c3-dd01-4085-822f-8fa03c05601b" providerId="ADAL" clId="{F95FEB7A-245A-8F4E-B3E7-DE198FDA7BC2}" dt="2026-09-02T09:11:15.822" v="522"/>
          <ac:spMkLst>
            <pc:docMk/>
            <pc:sldMk cId="1522103574" sldId="602"/>
            <ac:spMk id="11" creationId="{0CB77D6A-AA3D-D147-AC19-D7ACBE679541}"/>
          </ac:spMkLst>
        </pc:spChg>
        <pc:spChg chg="add mod">
          <ac:chgData name="油谷　陽樹" userId="30f347c3-dd01-4085-822f-8fa03c05601b" providerId="ADAL" clId="{F95FEB7A-245A-8F4E-B3E7-DE198FDA7BC2}" dt="2026-09-02T09:11:15.828" v="527"/>
          <ac:spMkLst>
            <pc:docMk/>
            <pc:sldMk cId="1522103574" sldId="602"/>
            <ac:spMk id="12" creationId="{8134EB50-68E3-C546-843F-15A77B0C002C}"/>
          </ac:spMkLst>
        </pc:spChg>
        <pc:spChg chg="add mod">
          <ac:chgData name="油谷　陽樹" userId="30f347c3-dd01-4085-822f-8fa03c05601b" providerId="ADAL" clId="{F95FEB7A-245A-8F4E-B3E7-DE198FDA7BC2}" dt="2026-09-02T09:11:15.841" v="533"/>
          <ac:spMkLst>
            <pc:docMk/>
            <pc:sldMk cId="1522103574" sldId="602"/>
            <ac:spMk id="13" creationId="{9A283808-4B24-5E4B-88F9-1A497A0C0F32}"/>
          </ac:spMkLst>
        </pc:spChg>
        <pc:spChg chg="add mod">
          <ac:chgData name="油谷　陽樹" userId="30f347c3-dd01-4085-822f-8fa03c05601b" providerId="ADAL" clId="{F95FEB7A-245A-8F4E-B3E7-DE198FDA7BC2}" dt="2026-09-02T09:11:15.854" v="539"/>
          <ac:spMkLst>
            <pc:docMk/>
            <pc:sldMk cId="1522103574" sldId="602"/>
            <ac:spMk id="14" creationId="{531D1047-2B07-BE41-AAC9-07ED27D942AE}"/>
          </ac:spMkLst>
        </pc:spChg>
        <pc:spChg chg="add mod">
          <ac:chgData name="油谷　陽樹" userId="30f347c3-dd01-4085-822f-8fa03c05601b" providerId="ADAL" clId="{F95FEB7A-245A-8F4E-B3E7-DE198FDA7BC2}" dt="2026-09-02T09:11:15.868" v="545"/>
          <ac:spMkLst>
            <pc:docMk/>
            <pc:sldMk cId="1522103574" sldId="602"/>
            <ac:spMk id="15" creationId="{4B4711B1-172F-2049-ADBE-EE206E9506A4}"/>
          </ac:spMkLst>
        </pc:spChg>
        <pc:spChg chg="add mod">
          <ac:chgData name="油谷　陽樹" userId="30f347c3-dd01-4085-822f-8fa03c05601b" providerId="ADAL" clId="{F95FEB7A-245A-8F4E-B3E7-DE198FDA7BC2}" dt="2026-09-02T09:11:15.880" v="550"/>
          <ac:spMkLst>
            <pc:docMk/>
            <pc:sldMk cId="1522103574" sldId="602"/>
            <ac:spMk id="16" creationId="{41AD771E-BB2E-A94E-BDE8-A847007F17B2}"/>
          </ac:spMkLst>
        </pc:spChg>
        <pc:spChg chg="add mod">
          <ac:chgData name="油谷　陽樹" userId="30f347c3-dd01-4085-822f-8fa03c05601b" providerId="ADAL" clId="{F95FEB7A-245A-8F4E-B3E7-DE198FDA7BC2}" dt="2026-09-02T09:11:15.892" v="555"/>
          <ac:spMkLst>
            <pc:docMk/>
            <pc:sldMk cId="1522103574" sldId="602"/>
            <ac:spMk id="17" creationId="{654B5813-4137-B34E-9BBE-1D11D5EAA4C7}"/>
          </ac:spMkLst>
        </pc:spChg>
        <pc:spChg chg="add mod">
          <ac:chgData name="油谷　陽樹" userId="30f347c3-dd01-4085-822f-8fa03c05601b" providerId="ADAL" clId="{F95FEB7A-245A-8F4E-B3E7-DE198FDA7BC2}" dt="2026-09-02T09:11:15.903" v="560"/>
          <ac:spMkLst>
            <pc:docMk/>
            <pc:sldMk cId="1522103574" sldId="602"/>
            <ac:spMk id="18" creationId="{3F0C9765-D86E-CD47-8F7E-91FD15886ACF}"/>
          </ac:spMkLst>
        </pc:spChg>
        <pc:spChg chg="add mod">
          <ac:chgData name="油谷　陽樹" userId="30f347c3-dd01-4085-822f-8fa03c05601b" providerId="ADAL" clId="{F95FEB7A-245A-8F4E-B3E7-DE198FDA7BC2}" dt="2026-09-02T09:11:15.910" v="565"/>
          <ac:spMkLst>
            <pc:docMk/>
            <pc:sldMk cId="1522103574" sldId="602"/>
            <ac:spMk id="19" creationId="{FB17862B-D35E-9443-B365-985B8D95D567}"/>
          </ac:spMkLst>
        </pc:spChg>
        <pc:spChg chg="add mod">
          <ac:chgData name="油谷　陽樹" userId="30f347c3-dd01-4085-822f-8fa03c05601b" providerId="ADAL" clId="{F95FEB7A-245A-8F4E-B3E7-DE198FDA7BC2}" dt="2026-09-02T09:11:15.927" v="571"/>
          <ac:spMkLst>
            <pc:docMk/>
            <pc:sldMk cId="1522103574" sldId="602"/>
            <ac:spMk id="20" creationId="{48C5B26E-E44D-9B48-A8B4-026B15DD6D25}"/>
          </ac:spMkLst>
        </pc:spChg>
        <pc:spChg chg="add mod">
          <ac:chgData name="油谷　陽樹" userId="30f347c3-dd01-4085-822f-8fa03c05601b" providerId="ADAL" clId="{F95FEB7A-245A-8F4E-B3E7-DE198FDA7BC2}" dt="2026-09-02T09:11:15.935" v="577"/>
          <ac:spMkLst>
            <pc:docMk/>
            <pc:sldMk cId="1522103574" sldId="602"/>
            <ac:spMk id="21" creationId="{EBD39A1B-69BD-F04E-B656-F3BAB8CED3F4}"/>
          </ac:spMkLst>
        </pc:spChg>
        <pc:spChg chg="add mod">
          <ac:chgData name="油谷　陽樹" userId="30f347c3-dd01-4085-822f-8fa03c05601b" providerId="ADAL" clId="{F95FEB7A-245A-8F4E-B3E7-DE198FDA7BC2}" dt="2026-09-02T09:11:15.941" v="582"/>
          <ac:spMkLst>
            <pc:docMk/>
            <pc:sldMk cId="1522103574" sldId="602"/>
            <ac:spMk id="22" creationId="{90A15993-C6F7-4945-AB06-553647897F38}"/>
          </ac:spMkLst>
        </pc:spChg>
        <pc:spChg chg="add mod">
          <ac:chgData name="油谷　陽樹" userId="30f347c3-dd01-4085-822f-8fa03c05601b" providerId="ADAL" clId="{F95FEB7A-245A-8F4E-B3E7-DE198FDA7BC2}" dt="2026-09-02T09:11:15.951" v="587"/>
          <ac:spMkLst>
            <pc:docMk/>
            <pc:sldMk cId="1522103574" sldId="602"/>
            <ac:spMk id="23" creationId="{E5EAF56C-B81B-4747-A5A2-5EBA492C2AD1}"/>
          </ac:spMkLst>
        </pc:spChg>
        <pc:spChg chg="add mod">
          <ac:chgData name="油谷　陽樹" userId="30f347c3-dd01-4085-822f-8fa03c05601b" providerId="ADAL" clId="{F95FEB7A-245A-8F4E-B3E7-DE198FDA7BC2}" dt="2026-09-02T09:11:15.970" v="593"/>
          <ac:spMkLst>
            <pc:docMk/>
            <pc:sldMk cId="1522103574" sldId="602"/>
            <ac:spMk id="24" creationId="{2F6A503D-2CBF-EE41-8B89-A63AE728ED69}"/>
          </ac:spMkLst>
        </pc:spChg>
        <pc:spChg chg="add mod">
          <ac:chgData name="油谷　陽樹" userId="30f347c3-dd01-4085-822f-8fa03c05601b" providerId="ADAL" clId="{F95FEB7A-245A-8F4E-B3E7-DE198FDA7BC2}" dt="2026-09-02T09:11:15.981" v="599"/>
          <ac:spMkLst>
            <pc:docMk/>
            <pc:sldMk cId="1522103574" sldId="602"/>
            <ac:spMk id="25" creationId="{C2655AD7-BA13-894B-9F23-F0C9D25F2E43}"/>
          </ac:spMkLst>
        </pc:spChg>
        <pc:spChg chg="add mod">
          <ac:chgData name="油谷　陽樹" userId="30f347c3-dd01-4085-822f-8fa03c05601b" providerId="ADAL" clId="{F95FEB7A-245A-8F4E-B3E7-DE198FDA7BC2}" dt="2026-09-02T09:11:15.990" v="604"/>
          <ac:spMkLst>
            <pc:docMk/>
            <pc:sldMk cId="1522103574" sldId="602"/>
            <ac:spMk id="26" creationId="{E781F6D6-8E64-954E-9E1C-497C52B175BE}"/>
          </ac:spMkLst>
        </pc:spChg>
        <pc:spChg chg="add mod">
          <ac:chgData name="油谷　陽樹" userId="30f347c3-dd01-4085-822f-8fa03c05601b" providerId="ADAL" clId="{F95FEB7A-245A-8F4E-B3E7-DE198FDA7BC2}" dt="2026-09-02T09:11:15.996" v="609"/>
          <ac:spMkLst>
            <pc:docMk/>
            <pc:sldMk cId="1522103574" sldId="602"/>
            <ac:spMk id="27" creationId="{5EAF80E9-A402-6C41-87A7-F1DD1D1C0818}"/>
          </ac:spMkLst>
        </pc:spChg>
        <pc:spChg chg="add mod">
          <ac:chgData name="油谷　陽樹" userId="30f347c3-dd01-4085-822f-8fa03c05601b" providerId="ADAL" clId="{F95FEB7A-245A-8F4E-B3E7-DE198FDA7BC2}" dt="2026-09-02T09:11:16.010" v="615"/>
          <ac:spMkLst>
            <pc:docMk/>
            <pc:sldMk cId="1522103574" sldId="602"/>
            <ac:spMk id="28" creationId="{2EECDFD8-ED45-3140-B9AD-7228467453D5}"/>
          </ac:spMkLst>
        </pc:spChg>
        <pc:spChg chg="add mod">
          <ac:chgData name="油谷　陽樹" userId="30f347c3-dd01-4085-822f-8fa03c05601b" providerId="ADAL" clId="{F95FEB7A-245A-8F4E-B3E7-DE198FDA7BC2}" dt="2026-09-02T09:11:16.017" v="620"/>
          <ac:spMkLst>
            <pc:docMk/>
            <pc:sldMk cId="1522103574" sldId="602"/>
            <ac:spMk id="29" creationId="{3A811FB6-712F-2A4E-AB51-AC8BC97018E0}"/>
          </ac:spMkLst>
        </pc:spChg>
        <pc:spChg chg="add mod">
          <ac:chgData name="油谷　陽樹" userId="30f347c3-dd01-4085-822f-8fa03c05601b" providerId="ADAL" clId="{F95FEB7A-245A-8F4E-B3E7-DE198FDA7BC2}" dt="2026-09-02T09:11:16.024" v="625"/>
          <ac:spMkLst>
            <pc:docMk/>
            <pc:sldMk cId="1522103574" sldId="602"/>
            <ac:spMk id="30" creationId="{D129D865-2F48-104C-8E70-23EED0157F6A}"/>
          </ac:spMkLst>
        </pc:spChg>
        <pc:spChg chg="add mod">
          <ac:chgData name="油谷　陽樹" userId="30f347c3-dd01-4085-822f-8fa03c05601b" providerId="ADAL" clId="{F95FEB7A-245A-8F4E-B3E7-DE198FDA7BC2}" dt="2026-09-02T09:11:16.036" v="631"/>
          <ac:spMkLst>
            <pc:docMk/>
            <pc:sldMk cId="1522103574" sldId="602"/>
            <ac:spMk id="31" creationId="{56FA5123-69CD-A346-AD24-C06F46A1F5EB}"/>
          </ac:spMkLst>
        </pc:spChg>
        <pc:spChg chg="add mod">
          <ac:chgData name="油谷　陽樹" userId="30f347c3-dd01-4085-822f-8fa03c05601b" providerId="ADAL" clId="{F95FEB7A-245A-8F4E-B3E7-DE198FDA7BC2}" dt="2026-09-02T09:11:16.046" v="637"/>
          <ac:spMkLst>
            <pc:docMk/>
            <pc:sldMk cId="1522103574" sldId="602"/>
            <ac:spMk id="32" creationId="{DA7276CF-5500-7941-9CFF-F3E262941133}"/>
          </ac:spMkLst>
        </pc:spChg>
        <pc:spChg chg="add mod">
          <ac:chgData name="油谷　陽樹" userId="30f347c3-dd01-4085-822f-8fa03c05601b" providerId="ADAL" clId="{F95FEB7A-245A-8F4E-B3E7-DE198FDA7BC2}" dt="2026-09-02T09:11:16.052" v="642"/>
          <ac:spMkLst>
            <pc:docMk/>
            <pc:sldMk cId="1522103574" sldId="602"/>
            <ac:spMk id="33" creationId="{30DF8762-B28A-8344-9B7C-263061AD78EC}"/>
          </ac:spMkLst>
        </pc:spChg>
        <pc:spChg chg="add mod">
          <ac:chgData name="油谷　陽樹" userId="30f347c3-dd01-4085-822f-8fa03c05601b" providerId="ADAL" clId="{F95FEB7A-245A-8F4E-B3E7-DE198FDA7BC2}" dt="2026-09-02T09:11:16.061" v="647"/>
          <ac:spMkLst>
            <pc:docMk/>
            <pc:sldMk cId="1522103574" sldId="602"/>
            <ac:spMk id="34" creationId="{73EC5A37-3FCF-3344-AB79-4B40F4FACCE3}"/>
          </ac:spMkLst>
        </pc:spChg>
        <pc:spChg chg="add mod">
          <ac:chgData name="油谷　陽樹" userId="30f347c3-dd01-4085-822f-8fa03c05601b" providerId="ADAL" clId="{F95FEB7A-245A-8F4E-B3E7-DE198FDA7BC2}" dt="2026-09-02T09:11:16.080" v="653"/>
          <ac:spMkLst>
            <pc:docMk/>
            <pc:sldMk cId="1522103574" sldId="602"/>
            <ac:spMk id="35" creationId="{766F70B6-209C-3B45-8F4C-3E7DEA924559}"/>
          </ac:spMkLst>
        </pc:spChg>
        <pc:spChg chg="add mod">
          <ac:chgData name="油谷　陽樹" userId="30f347c3-dd01-4085-822f-8fa03c05601b" providerId="ADAL" clId="{F95FEB7A-245A-8F4E-B3E7-DE198FDA7BC2}" dt="2026-09-02T09:11:16.095" v="659"/>
          <ac:spMkLst>
            <pc:docMk/>
            <pc:sldMk cId="1522103574" sldId="602"/>
            <ac:spMk id="36" creationId="{AF31510D-31DA-9849-A2E7-3E8EDD773254}"/>
          </ac:spMkLst>
        </pc:spChg>
        <pc:spChg chg="add mod">
          <ac:chgData name="油谷　陽樹" userId="30f347c3-dd01-4085-822f-8fa03c05601b" providerId="ADAL" clId="{F95FEB7A-245A-8F4E-B3E7-DE198FDA7BC2}" dt="2026-09-02T09:11:16.101" v="662"/>
          <ac:spMkLst>
            <pc:docMk/>
            <pc:sldMk cId="1522103574" sldId="602"/>
            <ac:spMk id="37" creationId="{F62670E3-7C65-9847-A2F0-B6FB42A732DD}"/>
          </ac:spMkLst>
        </pc:spChg>
        <pc:spChg chg="add mod">
          <ac:chgData name="油谷　陽樹" userId="30f347c3-dd01-4085-822f-8fa03c05601b" providerId="ADAL" clId="{F95FEB7A-245A-8F4E-B3E7-DE198FDA7BC2}" dt="2026-09-02T09:11:16.107" v="665"/>
          <ac:spMkLst>
            <pc:docMk/>
            <pc:sldMk cId="1522103574" sldId="602"/>
            <ac:spMk id="38" creationId="{B4A4974E-70BD-D945-BE29-EAA8899DFF5E}"/>
          </ac:spMkLst>
        </pc:spChg>
        <pc:spChg chg="add mod">
          <ac:chgData name="油谷　陽樹" userId="30f347c3-dd01-4085-822f-8fa03c05601b" providerId="ADAL" clId="{F95FEB7A-245A-8F4E-B3E7-DE198FDA7BC2}" dt="2026-09-02T09:11:16.117" v="670"/>
          <ac:spMkLst>
            <pc:docMk/>
            <pc:sldMk cId="1522103574" sldId="602"/>
            <ac:spMk id="39" creationId="{487FAC0A-ADAE-AD4C-B81B-B6DC4EE1687D}"/>
          </ac:spMkLst>
        </pc:spChg>
        <pc:spChg chg="add mod">
          <ac:chgData name="油谷　陽樹" userId="30f347c3-dd01-4085-822f-8fa03c05601b" providerId="ADAL" clId="{F95FEB7A-245A-8F4E-B3E7-DE198FDA7BC2}" dt="2026-09-02T09:11:16.132" v="676"/>
          <ac:spMkLst>
            <pc:docMk/>
            <pc:sldMk cId="1522103574" sldId="602"/>
            <ac:spMk id="40" creationId="{854A71A8-6A95-3C4F-B885-64BABC994C81}"/>
          </ac:spMkLst>
        </pc:spChg>
        <pc:spChg chg="add mod">
          <ac:chgData name="油谷　陽樹" userId="30f347c3-dd01-4085-822f-8fa03c05601b" providerId="ADAL" clId="{F95FEB7A-245A-8F4E-B3E7-DE198FDA7BC2}" dt="2026-09-02T09:11:16.144" v="681"/>
          <ac:spMkLst>
            <pc:docMk/>
            <pc:sldMk cId="1522103574" sldId="602"/>
            <ac:spMk id="41" creationId="{D0D38EEF-0846-5D4B-BA59-85148C8CC844}"/>
          </ac:spMkLst>
        </pc:spChg>
        <pc:spChg chg="add mod">
          <ac:chgData name="油谷　陽樹" userId="30f347c3-dd01-4085-822f-8fa03c05601b" providerId="ADAL" clId="{F95FEB7A-245A-8F4E-B3E7-DE198FDA7BC2}" dt="2026-09-02T09:11:16.158" v="687"/>
          <ac:spMkLst>
            <pc:docMk/>
            <pc:sldMk cId="1522103574" sldId="602"/>
            <ac:spMk id="42" creationId="{7D3206B8-B6EF-4148-8570-99AA41E6FA7F}"/>
          </ac:spMkLst>
        </pc:spChg>
        <pc:spChg chg="add mod">
          <ac:chgData name="油谷　陽樹" userId="30f347c3-dd01-4085-822f-8fa03c05601b" providerId="ADAL" clId="{F95FEB7A-245A-8F4E-B3E7-DE198FDA7BC2}" dt="2026-09-02T09:11:16.171" v="693"/>
          <ac:spMkLst>
            <pc:docMk/>
            <pc:sldMk cId="1522103574" sldId="602"/>
            <ac:spMk id="43" creationId="{7DAA1426-ACCE-994F-BBC0-5FDBF38E24C4}"/>
          </ac:spMkLst>
        </pc:spChg>
      </pc:sldChg>
      <pc:sldChg chg="addSp delSp modSp add mod">
        <pc:chgData name="油谷　陽樹" userId="30f347c3-dd01-4085-822f-8fa03c05601b" providerId="ADAL" clId="{F95FEB7A-245A-8F4E-B3E7-DE198FDA7BC2}" dt="2026-09-02T09:11:38.796" v="871"/>
        <pc:sldMkLst>
          <pc:docMk/>
          <pc:sldMk cId="3898721181" sldId="603"/>
        </pc:sldMkLst>
        <pc:spChg chg="mod">
          <ac:chgData name="油谷　陽樹" userId="30f347c3-dd01-4085-822f-8fa03c05601b" providerId="ADAL" clId="{F95FEB7A-245A-8F4E-B3E7-DE198FDA7BC2}" dt="2026-09-02T09:11:38.481" v="695"/>
          <ac:spMkLst>
            <pc:docMk/>
            <pc:sldMk cId="3898721181" sldId="603"/>
            <ac:spMk id="2" creationId="{554CF8D2-0A2C-D547-E4D8-56BAB45DBAF2}"/>
          </ac:spMkLst>
        </pc:spChg>
        <pc:spChg chg="del">
          <ac:chgData name="油谷　陽樹" userId="30f347c3-dd01-4085-822f-8fa03c05601b" providerId="ADAL" clId="{F95FEB7A-245A-8F4E-B3E7-DE198FDA7BC2}" dt="2026-09-02T09:11:38.477" v="694"/>
          <ac:spMkLst>
            <pc:docMk/>
            <pc:sldMk cId="3898721181" sldId="603"/>
            <ac:spMk id="3" creationId="{D7148A77-281A-6C95-456C-F429F2C69897}"/>
          </ac:spMkLst>
        </pc:spChg>
        <pc:spChg chg="add mod">
          <ac:chgData name="油谷　陽樹" userId="30f347c3-dd01-4085-822f-8fa03c05601b" providerId="ADAL" clId="{F95FEB7A-245A-8F4E-B3E7-DE198FDA7BC2}" dt="2026-09-02T09:11:38.493" v="701"/>
          <ac:spMkLst>
            <pc:docMk/>
            <pc:sldMk cId="3898721181" sldId="603"/>
            <ac:spMk id="4" creationId="{CB695DE0-BB7A-984F-B10C-AD9FC349E5C9}"/>
          </ac:spMkLst>
        </pc:spChg>
        <pc:spChg chg="add mod">
          <ac:chgData name="油谷　陽樹" userId="30f347c3-dd01-4085-822f-8fa03c05601b" providerId="ADAL" clId="{F95FEB7A-245A-8F4E-B3E7-DE198FDA7BC2}" dt="2026-09-02T09:11:38.502" v="706"/>
          <ac:spMkLst>
            <pc:docMk/>
            <pc:sldMk cId="3898721181" sldId="603"/>
            <ac:spMk id="5" creationId="{22ED5106-ED54-E441-ACCA-04411E85B4F6}"/>
          </ac:spMkLst>
        </pc:spChg>
        <pc:spChg chg="add mod">
          <ac:chgData name="油谷　陽樹" userId="30f347c3-dd01-4085-822f-8fa03c05601b" providerId="ADAL" clId="{F95FEB7A-245A-8F4E-B3E7-DE198FDA7BC2}" dt="2026-09-02T09:11:38.507" v="711"/>
          <ac:spMkLst>
            <pc:docMk/>
            <pc:sldMk cId="3898721181" sldId="603"/>
            <ac:spMk id="6" creationId="{1303792B-48EE-8E41-AF3D-98B24871BFF1}"/>
          </ac:spMkLst>
        </pc:spChg>
        <pc:spChg chg="add mod">
          <ac:chgData name="油谷　陽樹" userId="30f347c3-dd01-4085-822f-8fa03c05601b" providerId="ADAL" clId="{F95FEB7A-245A-8F4E-B3E7-DE198FDA7BC2}" dt="2026-09-02T09:11:38.520" v="717"/>
          <ac:spMkLst>
            <pc:docMk/>
            <pc:sldMk cId="3898721181" sldId="603"/>
            <ac:spMk id="7" creationId="{DBCE8174-6190-0F4E-BA73-FF0025F441CC}"/>
          </ac:spMkLst>
        </pc:spChg>
        <pc:spChg chg="add mod">
          <ac:chgData name="油谷　陽樹" userId="30f347c3-dd01-4085-822f-8fa03c05601b" providerId="ADAL" clId="{F95FEB7A-245A-8F4E-B3E7-DE198FDA7BC2}" dt="2026-09-02T09:11:38.525" v="722"/>
          <ac:spMkLst>
            <pc:docMk/>
            <pc:sldMk cId="3898721181" sldId="603"/>
            <ac:spMk id="8" creationId="{CDE78EEB-536D-CF49-B057-0138BA1C756B}"/>
          </ac:spMkLst>
        </pc:spChg>
        <pc:spChg chg="add mod">
          <ac:chgData name="油谷　陽樹" userId="30f347c3-dd01-4085-822f-8fa03c05601b" providerId="ADAL" clId="{F95FEB7A-245A-8F4E-B3E7-DE198FDA7BC2}" dt="2026-09-02T09:11:38.532" v="727"/>
          <ac:spMkLst>
            <pc:docMk/>
            <pc:sldMk cId="3898721181" sldId="603"/>
            <ac:spMk id="9" creationId="{A9011322-F59D-7E49-B06D-3F138EDE8AD5}"/>
          </ac:spMkLst>
        </pc:spChg>
        <pc:spChg chg="add mod">
          <ac:chgData name="油谷　陽樹" userId="30f347c3-dd01-4085-822f-8fa03c05601b" providerId="ADAL" clId="{F95FEB7A-245A-8F4E-B3E7-DE198FDA7BC2}" dt="2026-09-02T09:11:38.541" v="733"/>
          <ac:spMkLst>
            <pc:docMk/>
            <pc:sldMk cId="3898721181" sldId="603"/>
            <ac:spMk id="10" creationId="{D6BC9746-7DFB-5F42-9CB2-F3804434DF3E}"/>
          </ac:spMkLst>
        </pc:spChg>
        <pc:spChg chg="add mod">
          <ac:chgData name="油谷　陽樹" userId="30f347c3-dd01-4085-822f-8fa03c05601b" providerId="ADAL" clId="{F95FEB7A-245A-8F4E-B3E7-DE198FDA7BC2}" dt="2026-09-02T09:11:38.546" v="738"/>
          <ac:spMkLst>
            <pc:docMk/>
            <pc:sldMk cId="3898721181" sldId="603"/>
            <ac:spMk id="11" creationId="{C6B850AA-8C67-844C-B568-ABBA84A8CB01}"/>
          </ac:spMkLst>
        </pc:spChg>
        <pc:spChg chg="add mod">
          <ac:chgData name="油谷　陽樹" userId="30f347c3-dd01-4085-822f-8fa03c05601b" providerId="ADAL" clId="{F95FEB7A-245A-8F4E-B3E7-DE198FDA7BC2}" dt="2026-09-02T09:11:38.554" v="743"/>
          <ac:spMkLst>
            <pc:docMk/>
            <pc:sldMk cId="3898721181" sldId="603"/>
            <ac:spMk id="12" creationId="{7DE9D1C1-C671-8F42-8504-128DC81DC8CB}"/>
          </ac:spMkLst>
        </pc:spChg>
        <pc:spChg chg="add mod">
          <ac:chgData name="油谷　陽樹" userId="30f347c3-dd01-4085-822f-8fa03c05601b" providerId="ADAL" clId="{F95FEB7A-245A-8F4E-B3E7-DE198FDA7BC2}" dt="2026-09-02T09:11:38.565" v="749"/>
          <ac:spMkLst>
            <pc:docMk/>
            <pc:sldMk cId="3898721181" sldId="603"/>
            <ac:spMk id="13" creationId="{1E982DD1-7089-574E-B0E9-6D88EE6639E4}"/>
          </ac:spMkLst>
        </pc:spChg>
        <pc:spChg chg="add mod">
          <ac:chgData name="油谷　陽樹" userId="30f347c3-dd01-4085-822f-8fa03c05601b" providerId="ADAL" clId="{F95FEB7A-245A-8F4E-B3E7-DE198FDA7BC2}" dt="2026-09-02T09:11:38.572" v="754"/>
          <ac:spMkLst>
            <pc:docMk/>
            <pc:sldMk cId="3898721181" sldId="603"/>
            <ac:spMk id="14" creationId="{B9A12A83-18F0-3F4A-9F58-1A6AC3CD4D25}"/>
          </ac:spMkLst>
        </pc:spChg>
        <pc:spChg chg="add mod">
          <ac:chgData name="油谷　陽樹" userId="30f347c3-dd01-4085-822f-8fa03c05601b" providerId="ADAL" clId="{F95FEB7A-245A-8F4E-B3E7-DE198FDA7BC2}" dt="2026-09-02T09:11:38.577" v="759"/>
          <ac:spMkLst>
            <pc:docMk/>
            <pc:sldMk cId="3898721181" sldId="603"/>
            <ac:spMk id="15" creationId="{8460EB5C-8DDE-274A-B85E-8FE6850FA3BC}"/>
          </ac:spMkLst>
        </pc:spChg>
        <pc:spChg chg="add mod">
          <ac:chgData name="油谷　陽樹" userId="30f347c3-dd01-4085-822f-8fa03c05601b" providerId="ADAL" clId="{F95FEB7A-245A-8F4E-B3E7-DE198FDA7BC2}" dt="2026-09-02T09:11:38.590" v="765"/>
          <ac:spMkLst>
            <pc:docMk/>
            <pc:sldMk cId="3898721181" sldId="603"/>
            <ac:spMk id="16" creationId="{00DCB84F-7CC8-4D4F-999D-28548CB0A46B}"/>
          </ac:spMkLst>
        </pc:spChg>
        <pc:spChg chg="add mod">
          <ac:chgData name="油谷　陽樹" userId="30f347c3-dd01-4085-822f-8fa03c05601b" providerId="ADAL" clId="{F95FEB7A-245A-8F4E-B3E7-DE198FDA7BC2}" dt="2026-09-02T09:11:38.594" v="768"/>
          <ac:spMkLst>
            <pc:docMk/>
            <pc:sldMk cId="3898721181" sldId="603"/>
            <ac:spMk id="17" creationId="{339D7E10-B32F-4144-9866-B555E0FFAA70}"/>
          </ac:spMkLst>
        </pc:spChg>
        <pc:spChg chg="add mod">
          <ac:chgData name="油谷　陽樹" userId="30f347c3-dd01-4085-822f-8fa03c05601b" providerId="ADAL" clId="{F95FEB7A-245A-8F4E-B3E7-DE198FDA7BC2}" dt="2026-09-02T09:11:38.604" v="774"/>
          <ac:spMkLst>
            <pc:docMk/>
            <pc:sldMk cId="3898721181" sldId="603"/>
            <ac:spMk id="18" creationId="{BEEE8255-7F71-4C43-85AE-383A71504339}"/>
          </ac:spMkLst>
        </pc:spChg>
        <pc:spChg chg="add mod">
          <ac:chgData name="油谷　陽樹" userId="30f347c3-dd01-4085-822f-8fa03c05601b" providerId="ADAL" clId="{F95FEB7A-245A-8F4E-B3E7-DE198FDA7BC2}" dt="2026-09-02T09:11:38.610" v="779"/>
          <ac:spMkLst>
            <pc:docMk/>
            <pc:sldMk cId="3898721181" sldId="603"/>
            <ac:spMk id="19" creationId="{32A6CCED-456B-9A43-A755-738695238FCC}"/>
          </ac:spMkLst>
        </pc:spChg>
        <pc:spChg chg="add mod">
          <ac:chgData name="油谷　陽樹" userId="30f347c3-dd01-4085-822f-8fa03c05601b" providerId="ADAL" clId="{F95FEB7A-245A-8F4E-B3E7-DE198FDA7BC2}" dt="2026-09-02T09:11:38.615" v="784"/>
          <ac:spMkLst>
            <pc:docMk/>
            <pc:sldMk cId="3898721181" sldId="603"/>
            <ac:spMk id="20" creationId="{A092DABE-5368-1242-9C06-FA32DEE5ECFC}"/>
          </ac:spMkLst>
        </pc:spChg>
        <pc:spChg chg="add mod">
          <ac:chgData name="油谷　陽樹" userId="30f347c3-dd01-4085-822f-8fa03c05601b" providerId="ADAL" clId="{F95FEB7A-245A-8F4E-B3E7-DE198FDA7BC2}" dt="2026-09-02T09:11:38.627" v="790"/>
          <ac:spMkLst>
            <pc:docMk/>
            <pc:sldMk cId="3898721181" sldId="603"/>
            <ac:spMk id="21" creationId="{5E557714-50BA-7946-813E-265D0122C2EC}"/>
          </ac:spMkLst>
        </pc:spChg>
        <pc:spChg chg="add mod">
          <ac:chgData name="油谷　陽樹" userId="30f347c3-dd01-4085-822f-8fa03c05601b" providerId="ADAL" clId="{F95FEB7A-245A-8F4E-B3E7-DE198FDA7BC2}" dt="2026-09-02T09:11:38.636" v="795"/>
          <ac:spMkLst>
            <pc:docMk/>
            <pc:sldMk cId="3898721181" sldId="603"/>
            <ac:spMk id="22" creationId="{02C25536-0E67-064B-8C9B-00783361DAE5}"/>
          </ac:spMkLst>
        </pc:spChg>
        <pc:spChg chg="add mod">
          <ac:chgData name="油谷　陽樹" userId="30f347c3-dd01-4085-822f-8fa03c05601b" providerId="ADAL" clId="{F95FEB7A-245A-8F4E-B3E7-DE198FDA7BC2}" dt="2026-09-02T09:11:38.644" v="800"/>
          <ac:spMkLst>
            <pc:docMk/>
            <pc:sldMk cId="3898721181" sldId="603"/>
            <ac:spMk id="23" creationId="{78DD25EC-CEEA-C44B-A387-0A7F2E01CEDB}"/>
          </ac:spMkLst>
        </pc:spChg>
        <pc:spChg chg="add mod">
          <ac:chgData name="油谷　陽樹" userId="30f347c3-dd01-4085-822f-8fa03c05601b" providerId="ADAL" clId="{F95FEB7A-245A-8F4E-B3E7-DE198FDA7BC2}" dt="2026-09-02T09:11:38.658" v="806"/>
          <ac:spMkLst>
            <pc:docMk/>
            <pc:sldMk cId="3898721181" sldId="603"/>
            <ac:spMk id="24" creationId="{D7263ED8-65F9-5143-81BF-A23945CD7533}"/>
          </ac:spMkLst>
        </pc:spChg>
        <pc:spChg chg="add mod">
          <ac:chgData name="油谷　陽樹" userId="30f347c3-dd01-4085-822f-8fa03c05601b" providerId="ADAL" clId="{F95FEB7A-245A-8F4E-B3E7-DE198FDA7BC2}" dt="2026-09-02T09:11:38.671" v="811"/>
          <ac:spMkLst>
            <pc:docMk/>
            <pc:sldMk cId="3898721181" sldId="603"/>
            <ac:spMk id="25" creationId="{055E833A-29B8-344E-9D35-3B525A1BC1A1}"/>
          </ac:spMkLst>
        </pc:spChg>
        <pc:spChg chg="add mod">
          <ac:chgData name="油谷　陽樹" userId="30f347c3-dd01-4085-822f-8fa03c05601b" providerId="ADAL" clId="{F95FEB7A-245A-8F4E-B3E7-DE198FDA7BC2}" dt="2026-09-02T09:11:38.682" v="816"/>
          <ac:spMkLst>
            <pc:docMk/>
            <pc:sldMk cId="3898721181" sldId="603"/>
            <ac:spMk id="26" creationId="{F4E138BE-73F3-294D-9CFF-EF11D156C455}"/>
          </ac:spMkLst>
        </pc:spChg>
        <pc:spChg chg="add mod">
          <ac:chgData name="油谷　陽樹" userId="30f347c3-dd01-4085-822f-8fa03c05601b" providerId="ADAL" clId="{F95FEB7A-245A-8F4E-B3E7-DE198FDA7BC2}" dt="2026-09-02T09:11:38.695" v="822"/>
          <ac:spMkLst>
            <pc:docMk/>
            <pc:sldMk cId="3898721181" sldId="603"/>
            <ac:spMk id="27" creationId="{F2BCA7CF-7612-D443-84A8-C10D3F87DFDE}"/>
          </ac:spMkLst>
        </pc:spChg>
        <pc:spChg chg="add mod">
          <ac:chgData name="油谷　陽樹" userId="30f347c3-dd01-4085-822f-8fa03c05601b" providerId="ADAL" clId="{F95FEB7A-245A-8F4E-B3E7-DE198FDA7BC2}" dt="2026-09-02T09:11:38.706" v="827"/>
          <ac:spMkLst>
            <pc:docMk/>
            <pc:sldMk cId="3898721181" sldId="603"/>
            <ac:spMk id="28" creationId="{9F044CD9-311C-C74E-8D4E-96DA3A2E6CCD}"/>
          </ac:spMkLst>
        </pc:spChg>
        <pc:spChg chg="add mod">
          <ac:chgData name="油谷　陽樹" userId="30f347c3-dd01-4085-822f-8fa03c05601b" providerId="ADAL" clId="{F95FEB7A-245A-8F4E-B3E7-DE198FDA7BC2}" dt="2026-09-02T09:11:38.720" v="832"/>
          <ac:spMkLst>
            <pc:docMk/>
            <pc:sldMk cId="3898721181" sldId="603"/>
            <ac:spMk id="29" creationId="{AF2A5785-4F41-2B40-B5FF-6ED2F53DC37A}"/>
          </ac:spMkLst>
        </pc:spChg>
        <pc:spChg chg="add mod">
          <ac:chgData name="油谷　陽樹" userId="30f347c3-dd01-4085-822f-8fa03c05601b" providerId="ADAL" clId="{F95FEB7A-245A-8F4E-B3E7-DE198FDA7BC2}" dt="2026-09-02T09:11:38.735" v="838"/>
          <ac:spMkLst>
            <pc:docMk/>
            <pc:sldMk cId="3898721181" sldId="603"/>
            <ac:spMk id="30" creationId="{0701AA6D-A7E4-974B-8784-3FAFF37471ED}"/>
          </ac:spMkLst>
        </pc:spChg>
        <pc:spChg chg="add mod">
          <ac:chgData name="油谷　陽樹" userId="30f347c3-dd01-4085-822f-8fa03c05601b" providerId="ADAL" clId="{F95FEB7A-245A-8F4E-B3E7-DE198FDA7BC2}" dt="2026-09-02T09:11:38.747" v="843"/>
          <ac:spMkLst>
            <pc:docMk/>
            <pc:sldMk cId="3898721181" sldId="603"/>
            <ac:spMk id="31" creationId="{EA636169-6F90-7842-A3C3-351308347F81}"/>
          </ac:spMkLst>
        </pc:spChg>
        <pc:spChg chg="add mod">
          <ac:chgData name="油谷　陽樹" userId="30f347c3-dd01-4085-822f-8fa03c05601b" providerId="ADAL" clId="{F95FEB7A-245A-8F4E-B3E7-DE198FDA7BC2}" dt="2026-09-02T09:11:38.759" v="848"/>
          <ac:spMkLst>
            <pc:docMk/>
            <pc:sldMk cId="3898721181" sldId="603"/>
            <ac:spMk id="32" creationId="{D5AB3216-F857-514A-9076-606FBA9E9BC4}"/>
          </ac:spMkLst>
        </pc:spChg>
        <pc:spChg chg="add mod">
          <ac:chgData name="油谷　陽樹" userId="30f347c3-dd01-4085-822f-8fa03c05601b" providerId="ADAL" clId="{F95FEB7A-245A-8F4E-B3E7-DE198FDA7BC2}" dt="2026-09-02T09:11:38.768" v="854"/>
          <ac:spMkLst>
            <pc:docMk/>
            <pc:sldMk cId="3898721181" sldId="603"/>
            <ac:spMk id="33" creationId="{3DF4AD67-6FB5-8342-B021-2FE42ECA0BC8}"/>
          </ac:spMkLst>
        </pc:spChg>
        <pc:spChg chg="add mod">
          <ac:chgData name="油谷　陽樹" userId="30f347c3-dd01-4085-822f-8fa03c05601b" providerId="ADAL" clId="{F95FEB7A-245A-8F4E-B3E7-DE198FDA7BC2}" dt="2026-09-02T09:11:38.777" v="859"/>
          <ac:spMkLst>
            <pc:docMk/>
            <pc:sldMk cId="3898721181" sldId="603"/>
            <ac:spMk id="34" creationId="{F6D91150-4E6D-0C42-8B65-6FEBC16596D7}"/>
          </ac:spMkLst>
        </pc:spChg>
        <pc:spChg chg="add mod">
          <ac:chgData name="油谷　陽樹" userId="30f347c3-dd01-4085-822f-8fa03c05601b" providerId="ADAL" clId="{F95FEB7A-245A-8F4E-B3E7-DE198FDA7BC2}" dt="2026-09-02T09:11:38.785" v="865"/>
          <ac:spMkLst>
            <pc:docMk/>
            <pc:sldMk cId="3898721181" sldId="603"/>
            <ac:spMk id="35" creationId="{259021B6-13C8-D941-A4A7-80240BC837E4}"/>
          </ac:spMkLst>
        </pc:spChg>
        <pc:spChg chg="add mod">
          <ac:chgData name="油谷　陽樹" userId="30f347c3-dd01-4085-822f-8fa03c05601b" providerId="ADAL" clId="{F95FEB7A-245A-8F4E-B3E7-DE198FDA7BC2}" dt="2026-09-02T09:11:38.796" v="871"/>
          <ac:spMkLst>
            <pc:docMk/>
            <pc:sldMk cId="3898721181" sldId="603"/>
            <ac:spMk id="36" creationId="{CEB3E43A-BAE3-C54D-9F55-4B0FF60BAF21}"/>
          </ac:spMkLst>
        </pc:spChg>
      </pc:sldChg>
    </pc:docChg>
  </pc:docChgLst>
</pc:chgInfo>
</file>

<file path=ppt/comments/modernComment_252_D80E4CA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1084CA5-A24C-44CC-A343-E51BAA74A049}" authorId="{DB1A16B8-D340-5DF0-1BDE-5F6825E4B45C}" status="resolved" created="2026-08-28T02:18:13.542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624815791" sldId="594"/>
      <ac:picMk id="5" creationId="{609EFD60-46F6-E1F3-3E46-B015933A1017}"/>
    </ac:deMkLst>
    <p188:txBody>
      <a:bodyPr/>
      <a:lstStyle/>
      <a:p>
        <a:r>
          <a:rPr lang="ja-JP" altLang="en-US"/>
          <a:t>bboxとIDのないものに入れ替え</a:t>
        </a:r>
      </a:p>
    </p188:txBody>
  </p188:cm>
</p188:cmLst>
</file>

<file path=ppt/comments/modernComment_253_C35B049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91BC089-F860-4C77-BC66-D70A7812361C}" authorId="{DB1A16B8-D340-5DF0-1BDE-5F6825E4B45C}" created="2026-08-28T02:32:52.21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77522064" sldId="595"/>
      <ac:picMk id="4" creationId="{0C8B9C61-69F6-7966-2C18-80998EBF4A58}"/>
    </ac:deMkLst>
    <p188:txBody>
      <a:bodyPr/>
      <a:lstStyle/>
      <a:p>
        <a:r>
          <a:rPr lang="ja-JP" altLang="en-US"/>
          <a:t>動画に差し替え</a:t>
        </a:r>
      </a:p>
    </p188:txBody>
  </p188:cm>
</p188:cmLst>
</file>

<file path=ppt/comments/modernComment_254_C316120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357BA28-08B0-4F1E-BD31-A61120A9D162}" authorId="{DB1A16B8-D340-5DF0-1BDE-5F6825E4B45C}" created="2026-08-28T02:33:05.24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73003524" sldId="596"/>
      <ac:picMk id="4" creationId="{877E56D4-002C-B802-4E4E-D94B2A77748D}"/>
    </ac:deMkLst>
    <p188:txBody>
      <a:bodyPr/>
      <a:lstStyle/>
      <a:p>
        <a:r>
          <a:rPr lang="ja-JP" altLang="en-US"/>
          <a:t>動画に差し替え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F7505739-693F-3C48-BFD7-4E4EEC87CB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F736CAC-DE6E-BA4C-96D5-9971FE9E1A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9256CF-36B1-D64A-ACED-593CAAC55978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FD643C2-3603-1548-A1A4-C2212C31CE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FD9851D-16FE-3644-9994-769FC5BDDA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3BB79-C952-2C45-9A87-911C57D5AA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54733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69156-6479-6D49-9AC8-8774975BA025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2C7F70-B611-5642-8785-CE3F919C17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9370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2C7F70-B611-5642-8785-CE3F919C1763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0892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1531440"/>
            <a:ext cx="12192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292800" y="4011115"/>
            <a:ext cx="11606400" cy="2217600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latin typeface="+mj-lt"/>
                <a:ea typeface="+mj-ea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32507" y="1263316"/>
            <a:ext cx="11578443" cy="5594684"/>
          </a:xfrm>
        </p:spPr>
        <p:txBody>
          <a:bodyPr/>
          <a:lstStyle>
            <a:lvl1pPr>
              <a:defRPr baseline="0">
                <a:latin typeface="+mn-lt"/>
                <a:ea typeface="+mn-ea"/>
              </a:defRPr>
            </a:lvl1pPr>
            <a:lvl2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2pPr>
            <a:lvl3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3pPr>
            <a:lvl4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4pPr>
            <a:lvl5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332507" y="1263316"/>
            <a:ext cx="5687293" cy="559468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263316"/>
            <a:ext cx="5738750" cy="559468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32508" y="1263316"/>
            <a:ext cx="5687292" cy="823912"/>
          </a:xfrm>
        </p:spPr>
        <p:txBody>
          <a:bodyPr anchor="ctr">
            <a:normAutofit/>
          </a:bodyPr>
          <a:lstStyle>
            <a:lvl1pPr marL="0" indent="0">
              <a:buNone/>
              <a:defRPr sz="2800" b="1" baseline="0">
                <a:latin typeface="+mj-lt"/>
                <a:ea typeface="+mj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32508" y="2087228"/>
            <a:ext cx="5687292" cy="477077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263316"/>
            <a:ext cx="5738750" cy="807949"/>
          </a:xfrm>
        </p:spPr>
        <p:txBody>
          <a:bodyPr anchor="ctr">
            <a:normAutofit/>
          </a:bodyPr>
          <a:lstStyle>
            <a:lvl1pPr marL="0" indent="0">
              <a:buNone/>
              <a:defRPr sz="2800" b="1" baseline="0">
                <a:latin typeface="+mj-lt"/>
                <a:ea typeface="+mj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071264"/>
            <a:ext cx="5738750" cy="478939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2507" y="136526"/>
            <a:ext cx="11578443" cy="75381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6612" y="100965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870575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609850"/>
            <a:ext cx="3932237" cy="42481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332507" y="136525"/>
            <a:ext cx="11578443" cy="7538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32507" y="1263316"/>
            <a:ext cx="11578443" cy="4913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BF8342B4-81C4-D74B-B692-99C834C647AE}"/>
              </a:ext>
            </a:extLst>
          </p:cNvPr>
          <p:cNvSpPr/>
          <p:nvPr userDrawn="1"/>
        </p:nvSpPr>
        <p:spPr>
          <a:xfrm>
            <a:off x="332508" y="926905"/>
            <a:ext cx="3877935" cy="94373"/>
          </a:xfrm>
          <a:prstGeom prst="rect">
            <a:avLst/>
          </a:prstGeom>
          <a:solidFill>
            <a:srgbClr val="4E67C8"/>
          </a:solidFill>
          <a:ln w="12700" cap="rnd" cmpd="sng" algn="ctr">
            <a:noFill/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D80F47C8-4BD4-E44D-8E0E-D0F6ED442292}"/>
              </a:ext>
            </a:extLst>
          </p:cNvPr>
          <p:cNvSpPr/>
          <p:nvPr userDrawn="1"/>
        </p:nvSpPr>
        <p:spPr>
          <a:xfrm>
            <a:off x="8033016" y="926905"/>
            <a:ext cx="3877935" cy="94373"/>
          </a:xfrm>
          <a:prstGeom prst="rect">
            <a:avLst/>
          </a:prstGeom>
          <a:solidFill>
            <a:srgbClr val="5DCEAF"/>
          </a:solidFill>
          <a:ln w="12700" cap="rnd" cmpd="sng" algn="ctr">
            <a:noFill/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96D724F1-C9B6-6245-A48A-4007FA965F3B}"/>
              </a:ext>
            </a:extLst>
          </p:cNvPr>
          <p:cNvSpPr/>
          <p:nvPr userDrawn="1"/>
        </p:nvSpPr>
        <p:spPr>
          <a:xfrm>
            <a:off x="4199476" y="926905"/>
            <a:ext cx="3833540" cy="94373"/>
          </a:xfrm>
          <a:prstGeom prst="rect">
            <a:avLst/>
          </a:prstGeom>
          <a:solidFill>
            <a:srgbClr val="5ECCF3"/>
          </a:solidFill>
          <a:ln w="12700" cap="rnd" cmpd="sng" algn="ctr">
            <a:noFill/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pic>
        <p:nvPicPr>
          <p:cNvPr id="13" name="図 12" descr="建物, ウィンドウ が含まれている画像&#10;&#10;自動的に生成された説明">
            <a:extLst>
              <a:ext uri="{FF2B5EF4-FFF2-40B4-BE49-F238E27FC236}">
                <a16:creationId xmlns:a16="http://schemas.microsoft.com/office/drawing/2014/main" id="{4476468F-2B4A-4544-B6C9-EBBE9EAD63B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8455" y="182183"/>
            <a:ext cx="662495" cy="66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000" b="1" i="0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11150" indent="-31115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n"/>
        <a:tabLst/>
        <a:defRPr kumimoji="1" sz="2800" b="0" i="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34988" indent="-17621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kumimoji="1" sz="2400" b="0" i="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93763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kumimoji="1" sz="2400" b="0" i="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47775" indent="-177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kumimoji="1" sz="2400" b="0" i="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622425" indent="-17621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kumimoji="1" sz="2400" b="0" i="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52_D80E4CAF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gif"/><Relationship Id="rId5" Type="http://schemas.openxmlformats.org/officeDocument/2006/relationships/hyperlink" Target="https://tech-blog.optim.co.jp/entry/2021/07/07/100000" TargetMode="External"/><Relationship Id="rId4" Type="http://schemas.openxmlformats.org/officeDocument/2006/relationships/image" Target="../media/image2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8/10/relationships/comments" Target="../comments/modernComment_253_C35B0490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microsoft.com/office/2018/10/relationships/comments" Target="../comments/modernComment_254_C316120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1531440"/>
            <a:ext cx="12192000" cy="2387600"/>
          </a:xfrm>
        </p:spPr>
        <p:txBody>
          <a:bodyPr>
            <a:normAutofit/>
          </a:bodyPr>
          <a:lstStyle/>
          <a:p>
            <a:r>
              <a:rPr lang="ja-JP" altLang="en-US" dirty="0"/>
              <a:t>研究室見学資料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292800" y="4011115"/>
            <a:ext cx="11606400" cy="2217600"/>
          </a:xfrm>
        </p:spPr>
        <p:txBody>
          <a:bodyPr/>
          <a:lstStyle/>
          <a:p>
            <a:r>
              <a:rPr lang="ja-JP" altLang="en-US" dirty="0"/>
              <a:t>油谷陽樹（名工大玉木・丁研究室）</a:t>
            </a:r>
            <a:endParaRPr lang="en-US" altLang="ja-JP" dirty="0"/>
          </a:p>
          <a:p>
            <a:r>
              <a:rPr lang="en-US" altLang="ja-JP" dirty="0"/>
              <a:t>2026/9/8</a:t>
            </a:r>
          </a:p>
        </p:txBody>
      </p:sp>
    </p:spTree>
    <p:extLst>
      <p:ext uri="{BB962C8B-B14F-4D97-AF65-F5344CB8AC3E}">
        <p14:creationId xmlns:p14="http://schemas.microsoft.com/office/powerpoint/2010/main" val="2366912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102E5C-7BB6-B8C4-216D-222FE8255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07" y="136525"/>
            <a:ext cx="11578443" cy="753812"/>
          </a:xfrm>
        </p:spPr>
        <p:txBody>
          <a:bodyPr>
            <a:normAutofit/>
          </a:bodyPr>
          <a:lstStyle/>
          <a:p>
            <a:r>
              <a:rPr lang="ja-JP" altLang="en-US" dirty="0"/>
              <a:t>複数物体追跡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F8D9DB-9E48-9BC4-4D83-E1388BA14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788" y="1263650"/>
            <a:ext cx="9650411" cy="22796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 dirty="0">
                <a:latin typeface="+mn-ea"/>
              </a:rPr>
              <a:t>Multiple </a:t>
            </a:r>
            <a:r>
              <a:rPr lang="en-US" altLang="ja-JP" dirty="0">
                <a:latin typeface="+mn-ea"/>
              </a:rPr>
              <a:t>O</a:t>
            </a:r>
            <a:r>
              <a:rPr lang="ja-JP" altLang="en-US" dirty="0">
                <a:latin typeface="+mn-ea"/>
              </a:rPr>
              <a:t>bject </a:t>
            </a:r>
            <a:r>
              <a:rPr lang="en-US" altLang="ja-JP" dirty="0">
                <a:latin typeface="+mn-ea"/>
              </a:rPr>
              <a:t>T</a:t>
            </a:r>
            <a:r>
              <a:rPr lang="ja-JP" altLang="en-US" dirty="0">
                <a:latin typeface="+mn-ea"/>
              </a:rPr>
              <a:t>racking(MOT)</a:t>
            </a:r>
            <a:endParaRPr lang="en-US" altLang="ja-JP" dirty="0">
              <a:latin typeface="+mn-ea"/>
            </a:endParaRPr>
          </a:p>
          <a:p>
            <a:pPr lvl="1"/>
            <a:r>
              <a:rPr lang="ja-JP" dirty="0">
                <a:latin typeface="+mn-ea"/>
              </a:rPr>
              <a:t>複数対象を同時に追跡し続ける</a:t>
            </a:r>
            <a:r>
              <a:rPr lang="ja-JP" altLang="en-US" dirty="0">
                <a:latin typeface="+mn-ea"/>
              </a:rPr>
              <a:t>タスク</a:t>
            </a:r>
            <a:endParaRPr lang="en-US" altLang="ja-JP" dirty="0">
              <a:latin typeface="+mn-ea"/>
            </a:endParaRPr>
          </a:p>
          <a:p>
            <a:pPr lvl="1"/>
            <a:r>
              <a:rPr lang="ja-JP" altLang="en-US" dirty="0">
                <a:latin typeface="+mn-ea"/>
              </a:rPr>
              <a:t>入出力</a:t>
            </a:r>
          </a:p>
          <a:p>
            <a:pPr lvl="2"/>
            <a:r>
              <a:rPr lang="ja-JP" altLang="en-US" dirty="0">
                <a:latin typeface="+mn-ea"/>
              </a:rPr>
              <a:t>入力：動画</a:t>
            </a:r>
          </a:p>
          <a:p>
            <a:pPr lvl="2"/>
            <a:r>
              <a:rPr lang="ja-JP" altLang="ja-JP" dirty="0">
                <a:latin typeface="+mn-ea"/>
              </a:rPr>
              <a:t>出力</a:t>
            </a:r>
            <a:r>
              <a:rPr lang="ja-JP" altLang="en-US" dirty="0">
                <a:latin typeface="+mn-ea"/>
              </a:rPr>
              <a:t>：人物ボックスまたは人物領域マスク</a:t>
            </a:r>
            <a:r>
              <a:rPr lang="ja-JP" altLang="ja-JP" dirty="0">
                <a:latin typeface="+mn-ea"/>
              </a:rPr>
              <a:t>と一貫したID</a:t>
            </a:r>
            <a:endParaRPr lang="ja-JP" dirty="0">
              <a:latin typeface="+mn-ea"/>
            </a:endParaRPr>
          </a:p>
          <a:p>
            <a:pPr lvl="1"/>
            <a:endParaRPr lang="ja-JP" dirty="0">
              <a:latin typeface="+mn-ea"/>
            </a:endParaRPr>
          </a:p>
          <a:p>
            <a:pPr lvl="1"/>
            <a:endParaRPr lang="ja-JP" altLang="en-US" dirty="0">
              <a:latin typeface="+mn-ea"/>
            </a:endParaRPr>
          </a:p>
        </p:txBody>
      </p:sp>
      <p:pic>
        <p:nvPicPr>
          <p:cNvPr id="1026" name="Picture 2" descr="f:id:optim-tech:20210705180503g:plain">
            <a:extLst>
              <a:ext uri="{FF2B5EF4-FFF2-40B4-BE49-F238E27FC236}">
                <a16:creationId xmlns:a16="http://schemas.microsoft.com/office/drawing/2014/main" id="{1AE9FFD0-0A56-1F2D-4650-2659ABE3E3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84" r="32"/>
          <a:stretch/>
        </p:blipFill>
        <p:spPr bwMode="auto">
          <a:xfrm>
            <a:off x="6716889" y="3374117"/>
            <a:ext cx="4335881" cy="32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テキスト ボックス 7">
            <a:extLst>
              <a:ext uri="{FF2B5EF4-FFF2-40B4-BE49-F238E27FC236}">
                <a16:creationId xmlns:a16="http://schemas.microsoft.com/office/drawing/2014/main" id="{C1CED35C-A828-A74A-54C4-D1A24666AD81}"/>
              </a:ext>
            </a:extLst>
          </p:cNvPr>
          <p:cNvSpPr txBox="1"/>
          <p:nvPr/>
        </p:nvSpPr>
        <p:spPr>
          <a:xfrm>
            <a:off x="7227828" y="6539076"/>
            <a:ext cx="5118005" cy="318924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" altLang="ja-JP" sz="1600" b="0" i="0" u="none" strike="noStrike" dirty="0">
                <a:solidFill>
                  <a:srgbClr val="333333"/>
                </a:solidFill>
                <a:effectLst/>
                <a:latin typeface="+mn-ea"/>
                <a:hlinkClick r:id="rId5"/>
              </a:rPr>
              <a:t>Multiple Object Tracking</a:t>
            </a:r>
            <a:r>
              <a:rPr lang="ja-JP" altLang="en-US" sz="1600" b="0" i="0" u="none" strike="noStrike" dirty="0">
                <a:solidFill>
                  <a:srgbClr val="333333"/>
                </a:solidFill>
                <a:effectLst/>
                <a:latin typeface="+mn-ea"/>
                <a:hlinkClick r:id="rId5"/>
              </a:rPr>
              <a:t>の手法・ライブラリ紹介</a:t>
            </a:r>
            <a:endParaRPr lang="ja-JP" altLang="en-US" sz="1600" b="0" i="0" dirty="0">
              <a:solidFill>
                <a:srgbClr val="333333"/>
              </a:solidFill>
              <a:effectLst/>
              <a:latin typeface="+mn-ea"/>
            </a:endParaRPr>
          </a:p>
        </p:txBody>
      </p:sp>
      <p:pic>
        <p:nvPicPr>
          <p:cNvPr id="12" name="図 11" descr="グラフィカル ユーザー インターフェイス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61C76F9-7A7B-C8B0-76F9-163395A503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682" y="3344517"/>
            <a:ext cx="4294800" cy="3204057"/>
          </a:xfrm>
          <a:prstGeom prst="rect">
            <a:avLst/>
          </a:prstGeom>
        </p:spPr>
      </p:pic>
      <p:sp>
        <p:nvSpPr>
          <p:cNvPr id="6" name="矢印: 右 5">
            <a:extLst>
              <a:ext uri="{FF2B5EF4-FFF2-40B4-BE49-F238E27FC236}">
                <a16:creationId xmlns:a16="http://schemas.microsoft.com/office/drawing/2014/main" id="{FE562E77-675A-E666-7719-DE08980AC343}"/>
              </a:ext>
            </a:extLst>
          </p:cNvPr>
          <p:cNvSpPr/>
          <p:nvPr/>
        </p:nvSpPr>
        <p:spPr>
          <a:xfrm>
            <a:off x="5483164" y="4321629"/>
            <a:ext cx="1455877" cy="805542"/>
          </a:xfrm>
          <a:prstGeom prst="rightArrow">
            <a:avLst/>
          </a:prstGeom>
          <a:solidFill>
            <a:schemeClr val="accent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8157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35BAFC6-F94B-CF7E-9837-A0F621B35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07" y="136525"/>
            <a:ext cx="11578443" cy="753812"/>
          </a:xfrm>
        </p:spPr>
        <p:txBody>
          <a:bodyPr/>
          <a:lstStyle/>
          <a:p>
            <a:r>
              <a:rPr lang="ja-JP" altLang="en-US" dirty="0"/>
              <a:t>実用例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678D918-CEA7-E8DA-769F-FBEF4D1889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97"/>
          <a:stretch>
            <a:fillRect/>
          </a:stretch>
        </p:blipFill>
        <p:spPr>
          <a:xfrm>
            <a:off x="440043" y="1121228"/>
            <a:ext cx="11322445" cy="564968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10803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25AAFA-E114-B714-9CCE-20DAFFEAB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簡単な例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F26D30-EFD2-D6CB-AC25-3A6008B14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/>
              <a:t>MOTChallenge</a:t>
            </a:r>
            <a:endParaRPr kumimoji="1" lang="en-US" altLang="ja-JP" dirty="0"/>
          </a:p>
          <a:p>
            <a:pPr lvl="1"/>
            <a:r>
              <a:rPr lang="ja-JP" altLang="en-US" dirty="0"/>
              <a:t>比較的高精度に追跡が可能</a:t>
            </a:r>
            <a:endParaRPr kumimoji="1" lang="ja-JP" altLang="en-US" dirty="0"/>
          </a:p>
        </p:txBody>
      </p:sp>
      <p:pic>
        <p:nvPicPr>
          <p:cNvPr id="4" name="図 3" descr="2: Sample frame from MOTChallenge. Ground truth bounding boxes are ...">
            <a:extLst>
              <a:ext uri="{FF2B5EF4-FFF2-40B4-BE49-F238E27FC236}">
                <a16:creationId xmlns:a16="http://schemas.microsoft.com/office/drawing/2014/main" id="{0C8B9C61-69F6-7966-2C18-80998EBF4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618" y="2222046"/>
            <a:ext cx="8096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52206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E3666D-6547-0BBB-78C5-E4D68E351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複雑な例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3D9FAE-652C-6625-258A-766531183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/>
              <a:t>DanceTrack</a:t>
            </a:r>
            <a:endParaRPr lang="en-US" altLang="ja-JP" dirty="0"/>
          </a:p>
          <a:p>
            <a:pPr lvl="1"/>
            <a:r>
              <a:rPr kumimoji="1" lang="ja-JP" altLang="en-US" dirty="0"/>
              <a:t>高精度な追跡が困難</a:t>
            </a:r>
          </a:p>
        </p:txBody>
      </p:sp>
      <p:pic>
        <p:nvPicPr>
          <p:cNvPr id="4" name="図 3" descr="DanceTrack: 相似外观和复杂运动的多目标追踪数据集 (CVPR2022) - 知乎">
            <a:extLst>
              <a:ext uri="{FF2B5EF4-FFF2-40B4-BE49-F238E27FC236}">
                <a16:creationId xmlns:a16="http://schemas.microsoft.com/office/drawing/2014/main" id="{877E56D4-002C-B802-4E4E-D94B2A777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058" y="2166257"/>
            <a:ext cx="7881257" cy="443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00352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E23BB6-2DBB-CB8F-3A43-09DE92348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応用例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2DF594-39F9-A912-8661-B273A2CD7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8060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D9CD97-9677-9566-223F-CD091D88D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B81077-07C9-BD85-02A3-327F5B489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7882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4CF8D2-0A2C-D547-E4D8-56BAB45DB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動画の中の“同じ人”を追い続ける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4EA5D61-FB53-C446-9722-B27AA5D13E84}"/>
              </a:ext>
            </a:extLst>
          </p:cNvPr>
          <p:cNvSpPr txBox="1"/>
          <p:nvPr/>
        </p:nvSpPr>
        <p:spPr>
          <a:xfrm>
            <a:off x="457200" y="9652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en" altLang="ja-JP" sz="1400" b="1">
                <a:solidFill>
                  <a:srgbClr val="4472C4"/>
                </a:solidFill>
              </a:rPr>
              <a:t>Multiple Object Tracking</a:t>
            </a:r>
            <a:r>
              <a:rPr kumimoji="1" lang="ja-JP" altLang="en" sz="1400" b="1">
                <a:solidFill>
                  <a:srgbClr val="4472C4"/>
                </a:solidFill>
              </a:rPr>
              <a:t>（</a:t>
            </a:r>
            <a:r>
              <a:rPr kumimoji="1" lang="en" altLang="ja-JP" sz="1400" b="1">
                <a:solidFill>
                  <a:srgbClr val="4472C4"/>
                </a:solidFill>
              </a:rPr>
              <a:t>MOT</a:t>
            </a:r>
            <a:r>
              <a:rPr kumimoji="1" lang="ja-JP" altLang="en" sz="1400" b="1">
                <a:solidFill>
                  <a:srgbClr val="4472C4"/>
                </a:solidFill>
              </a:rPr>
              <a:t>）</a:t>
            </a:r>
            <a:endParaRPr kumimoji="1" lang="ja-JP" altLang="en-US" sz="1400" b="1" dirty="0">
              <a:solidFill>
                <a:srgbClr val="4472C4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C472B54-D657-EA4F-B3E3-315F9AE7019E}"/>
              </a:ext>
            </a:extLst>
          </p:cNvPr>
          <p:cNvSpPr/>
          <p:nvPr/>
        </p:nvSpPr>
        <p:spPr>
          <a:xfrm>
            <a:off x="1143000" y="1371600"/>
            <a:ext cx="9906000" cy="3784600"/>
          </a:xfrm>
          <a:prstGeom prst="rect">
            <a:avLst/>
          </a:prstGeom>
          <a:solidFill>
            <a:srgbClr val="232A34"/>
          </a:solidFill>
          <a:ln w="6350" cap="flat" cmpd="sng" algn="ctr">
            <a:solidFill>
              <a:srgbClr val="232A3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0C303E1-3B84-8443-8D38-B85EAC0C652F}"/>
              </a:ext>
            </a:extLst>
          </p:cNvPr>
          <p:cNvSpPr txBox="1"/>
          <p:nvPr/>
        </p:nvSpPr>
        <p:spPr>
          <a:xfrm>
            <a:off x="4851400" y="1473200"/>
            <a:ext cx="2489200" cy="3302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200">
                <a:solidFill>
                  <a:srgbClr val="D9E2F3"/>
                </a:solidFill>
              </a:rPr>
              <a:t>動画を差し替え</a:t>
            </a:r>
            <a:endParaRPr kumimoji="1" lang="ja-JP" altLang="en-US" sz="1200" dirty="0">
              <a:solidFill>
                <a:srgbClr val="D9E2F3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D500DB7-7BBE-D345-BBB2-8FB81A868972}"/>
              </a:ext>
            </a:extLst>
          </p:cNvPr>
          <p:cNvSpPr/>
          <p:nvPr/>
        </p:nvSpPr>
        <p:spPr>
          <a:xfrm>
            <a:off x="2260600" y="2209800"/>
            <a:ext cx="1498600" cy="2082800"/>
          </a:xfrm>
          <a:prstGeom prst="rect">
            <a:avLst/>
          </a:prstGeom>
          <a:solidFill>
            <a:srgbClr val="232A34"/>
          </a:solidFill>
          <a:ln w="38100" cap="flat" cmpd="sng" algn="ctr">
            <a:solidFill>
              <a:srgbClr val="4F81BD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91B23C4-539E-364D-AE99-5502B13EBA9E}"/>
              </a:ext>
            </a:extLst>
          </p:cNvPr>
          <p:cNvSpPr/>
          <p:nvPr/>
        </p:nvSpPr>
        <p:spPr>
          <a:xfrm>
            <a:off x="2260600" y="1930400"/>
            <a:ext cx="635000" cy="279400"/>
          </a:xfrm>
          <a:prstGeom prst="rect">
            <a:avLst/>
          </a:prstGeom>
          <a:solidFill>
            <a:srgbClr val="4F81BD"/>
          </a:solidFill>
          <a:ln w="12700" cap="flat" cmpd="sng" algn="ctr">
            <a:solidFill>
              <a:srgbClr val="4F81BD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E9DB560-1A5D-C64B-B1B8-E2571D87EF4A}"/>
              </a:ext>
            </a:extLst>
          </p:cNvPr>
          <p:cNvSpPr txBox="1"/>
          <p:nvPr/>
        </p:nvSpPr>
        <p:spPr>
          <a:xfrm>
            <a:off x="2260600" y="1930400"/>
            <a:ext cx="635000" cy="2794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en" altLang="ja-JP" sz="1100" b="1">
                <a:solidFill>
                  <a:srgbClr val="FFFFFF"/>
                </a:solidFill>
              </a:rPr>
              <a:t>ID 1</a:t>
            </a:r>
            <a:endParaRPr kumimoji="1" lang="ja-JP" altLang="en-US" sz="1100" b="1" dirty="0">
              <a:solidFill>
                <a:srgbClr val="FFFFFF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C6EB125-AFE3-2B4C-B792-580D8E7CF17D}"/>
              </a:ext>
            </a:extLst>
          </p:cNvPr>
          <p:cNvSpPr/>
          <p:nvPr/>
        </p:nvSpPr>
        <p:spPr>
          <a:xfrm>
            <a:off x="5346700" y="1943100"/>
            <a:ext cx="1422400" cy="2336800"/>
          </a:xfrm>
          <a:prstGeom prst="rect">
            <a:avLst/>
          </a:prstGeom>
          <a:solidFill>
            <a:srgbClr val="232A34"/>
          </a:solidFill>
          <a:ln w="38100" cap="flat" cmpd="sng" algn="ctr">
            <a:solidFill>
              <a:srgbClr val="F28E2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FDB110B-A81E-A64A-B301-469533FAE261}"/>
              </a:ext>
            </a:extLst>
          </p:cNvPr>
          <p:cNvSpPr/>
          <p:nvPr/>
        </p:nvSpPr>
        <p:spPr>
          <a:xfrm>
            <a:off x="5346700" y="1663700"/>
            <a:ext cx="635000" cy="279400"/>
          </a:xfrm>
          <a:prstGeom prst="rect">
            <a:avLst/>
          </a:prstGeom>
          <a:solidFill>
            <a:srgbClr val="F28E2B"/>
          </a:solidFill>
          <a:ln w="12700" cap="flat" cmpd="sng" algn="ctr">
            <a:solidFill>
              <a:srgbClr val="F28E2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A0C542A-12C7-9F45-B7CF-D5887A6CAE7C}"/>
              </a:ext>
            </a:extLst>
          </p:cNvPr>
          <p:cNvSpPr txBox="1"/>
          <p:nvPr/>
        </p:nvSpPr>
        <p:spPr>
          <a:xfrm>
            <a:off x="5346700" y="1663700"/>
            <a:ext cx="635000" cy="2794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en" altLang="ja-JP" sz="1100" b="1">
                <a:solidFill>
                  <a:srgbClr val="FFFFFF"/>
                </a:solidFill>
              </a:rPr>
              <a:t>ID 2</a:t>
            </a:r>
            <a:endParaRPr kumimoji="1" lang="ja-JP" altLang="en-US" sz="1100" b="1" dirty="0">
              <a:solidFill>
                <a:srgbClr val="FFFFFF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0FFB187-38D9-0B4D-BFBD-871F9E82E329}"/>
              </a:ext>
            </a:extLst>
          </p:cNvPr>
          <p:cNvSpPr/>
          <p:nvPr/>
        </p:nvSpPr>
        <p:spPr>
          <a:xfrm>
            <a:off x="8458200" y="2387600"/>
            <a:ext cx="1371600" cy="1905000"/>
          </a:xfrm>
          <a:prstGeom prst="rect">
            <a:avLst/>
          </a:prstGeom>
          <a:solidFill>
            <a:srgbClr val="232A34"/>
          </a:solidFill>
          <a:ln w="38100" cap="flat" cmpd="sng" algn="ctr">
            <a:solidFill>
              <a:srgbClr val="59A14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57FD63F-6480-C546-BFFF-8E685B02E282}"/>
              </a:ext>
            </a:extLst>
          </p:cNvPr>
          <p:cNvSpPr/>
          <p:nvPr/>
        </p:nvSpPr>
        <p:spPr>
          <a:xfrm>
            <a:off x="8458200" y="2108200"/>
            <a:ext cx="635000" cy="279400"/>
          </a:xfrm>
          <a:prstGeom prst="rect">
            <a:avLst/>
          </a:prstGeom>
          <a:solidFill>
            <a:srgbClr val="59A14F"/>
          </a:solidFill>
          <a:ln w="12700" cap="flat" cmpd="sng" algn="ctr">
            <a:solidFill>
              <a:srgbClr val="59A14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89B887E-04C3-4C4F-9049-82B3F78387C4}"/>
              </a:ext>
            </a:extLst>
          </p:cNvPr>
          <p:cNvSpPr txBox="1"/>
          <p:nvPr/>
        </p:nvSpPr>
        <p:spPr>
          <a:xfrm>
            <a:off x="8458200" y="2108200"/>
            <a:ext cx="635000" cy="2794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en" altLang="ja-JP" sz="1100" b="1">
                <a:solidFill>
                  <a:srgbClr val="FFFFFF"/>
                </a:solidFill>
              </a:rPr>
              <a:t>ID 3</a:t>
            </a:r>
            <a:endParaRPr kumimoji="1" lang="ja-JP" altLang="en-US" sz="1100" b="1" dirty="0">
              <a:solidFill>
                <a:srgbClr val="FFFFFF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85D206F-FC03-0C47-94F7-FB7FA02958FC}"/>
              </a:ext>
            </a:extLst>
          </p:cNvPr>
          <p:cNvSpPr txBox="1"/>
          <p:nvPr/>
        </p:nvSpPr>
        <p:spPr>
          <a:xfrm>
            <a:off x="1371600" y="4572000"/>
            <a:ext cx="812800" cy="2794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en" altLang="ja-JP" sz="1100">
                <a:solidFill>
                  <a:srgbClr val="AEB8C4"/>
                </a:solidFill>
              </a:rPr>
              <a:t>BBox</a:t>
            </a:r>
            <a:endParaRPr kumimoji="1" lang="ja-JP" altLang="en-US" sz="1100" dirty="0">
              <a:solidFill>
                <a:srgbClr val="AEB8C4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1CCCA75-3844-BF49-BBD5-846CAE009E1D}"/>
              </a:ext>
            </a:extLst>
          </p:cNvPr>
          <p:cNvSpPr txBox="1"/>
          <p:nvPr/>
        </p:nvSpPr>
        <p:spPr>
          <a:xfrm>
            <a:off x="9804400" y="4572000"/>
            <a:ext cx="990600" cy="2794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en" altLang="ja-JP" sz="1100">
                <a:solidFill>
                  <a:srgbClr val="AEB8C4"/>
                </a:solidFill>
              </a:rPr>
              <a:t>Track ID</a:t>
            </a:r>
            <a:endParaRPr kumimoji="1" lang="ja-JP" altLang="en-US" sz="1100" dirty="0">
              <a:solidFill>
                <a:srgbClr val="AEB8C4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2CE29D4-A791-7D4F-B01D-A6D8A8896F3C}"/>
              </a:ext>
            </a:extLst>
          </p:cNvPr>
          <p:cNvSpPr/>
          <p:nvPr/>
        </p:nvSpPr>
        <p:spPr>
          <a:xfrm>
            <a:off x="1841500" y="5562600"/>
            <a:ext cx="3111500" cy="609600"/>
          </a:xfrm>
          <a:prstGeom prst="rect">
            <a:avLst/>
          </a:prstGeom>
          <a:solidFill>
            <a:srgbClr val="E9EEF5"/>
          </a:solidFill>
          <a:ln w="12700" cap="flat" cmpd="sng" algn="ctr">
            <a:solidFill>
              <a:srgbClr val="D5DCE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0F747A0-4FFE-8C4F-B1DD-81718178D835}"/>
              </a:ext>
            </a:extLst>
          </p:cNvPr>
          <p:cNvSpPr txBox="1"/>
          <p:nvPr/>
        </p:nvSpPr>
        <p:spPr>
          <a:xfrm>
            <a:off x="1905000" y="5613400"/>
            <a:ext cx="2984500" cy="5080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700" b="1">
                <a:solidFill>
                  <a:srgbClr val="333333"/>
                </a:solidFill>
              </a:rPr>
              <a:t>検出：人がいる</a:t>
            </a:r>
            <a:endParaRPr kumimoji="1" lang="ja-JP" altLang="en-US" sz="1700" b="1" dirty="0">
              <a:solidFill>
                <a:srgbClr val="333333"/>
              </a:solidFill>
            </a:endParaRPr>
          </a:p>
        </p:txBody>
      </p:sp>
      <p:sp>
        <p:nvSpPr>
          <p:cNvPr id="20" name="右矢印 19">
            <a:extLst>
              <a:ext uri="{FF2B5EF4-FFF2-40B4-BE49-F238E27FC236}">
                <a16:creationId xmlns:a16="http://schemas.microsoft.com/office/drawing/2014/main" id="{7F45C92D-7F71-E444-B072-59B85853A9A8}"/>
              </a:ext>
            </a:extLst>
          </p:cNvPr>
          <p:cNvSpPr/>
          <p:nvPr/>
        </p:nvSpPr>
        <p:spPr>
          <a:xfrm>
            <a:off x="5461000" y="5651500"/>
            <a:ext cx="914400" cy="431800"/>
          </a:xfrm>
          <a:prstGeom prst="rightArrow">
            <a:avLst/>
          </a:prstGeom>
          <a:solidFill>
            <a:srgbClr val="4472C4"/>
          </a:solidFill>
          <a:ln w="254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AA64F28-F908-8742-BD60-EC89E9CBC164}"/>
              </a:ext>
            </a:extLst>
          </p:cNvPr>
          <p:cNvSpPr/>
          <p:nvPr/>
        </p:nvSpPr>
        <p:spPr>
          <a:xfrm>
            <a:off x="6858000" y="5562600"/>
            <a:ext cx="3492500" cy="609600"/>
          </a:xfrm>
          <a:prstGeom prst="rect">
            <a:avLst/>
          </a:prstGeom>
          <a:solidFill>
            <a:srgbClr val="DCE6F1"/>
          </a:solidFill>
          <a:ln w="12700" cap="flat" cmpd="sng" algn="ctr">
            <a:solidFill>
              <a:srgbClr val="B4C7E7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B23E464-CB2B-C04C-8E5D-0C144843C4AD}"/>
              </a:ext>
            </a:extLst>
          </p:cNvPr>
          <p:cNvSpPr txBox="1"/>
          <p:nvPr/>
        </p:nvSpPr>
        <p:spPr>
          <a:xfrm>
            <a:off x="6921500" y="5613400"/>
            <a:ext cx="3365500" cy="5080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700" b="1">
                <a:solidFill>
                  <a:srgbClr val="244062"/>
                </a:solidFill>
              </a:rPr>
              <a:t>追跡：さっきと同じ人</a:t>
            </a:r>
            <a:endParaRPr kumimoji="1" lang="ja-JP" altLang="en-US" sz="1700" b="1" dirty="0">
              <a:solidFill>
                <a:srgbClr val="244062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F4252F2-8278-9147-B781-07FD46263D5D}"/>
              </a:ext>
            </a:extLst>
          </p:cNvPr>
          <p:cNvSpPr txBox="1"/>
          <p:nvPr/>
        </p:nvSpPr>
        <p:spPr>
          <a:xfrm>
            <a:off x="3111500" y="6311900"/>
            <a:ext cx="5969000" cy="3048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400">
                <a:solidFill>
                  <a:srgbClr val="666666"/>
                </a:solidFill>
              </a:rPr>
              <a:t>人を見つけ、同じ</a:t>
            </a:r>
            <a:r>
              <a:rPr kumimoji="1" lang="en" altLang="ja-JP" sz="1400">
                <a:solidFill>
                  <a:srgbClr val="666666"/>
                </a:solidFill>
              </a:rPr>
              <a:t>ID</a:t>
            </a:r>
            <a:r>
              <a:rPr kumimoji="1" lang="ja-JP" altLang="en-US" sz="1400">
                <a:solidFill>
                  <a:srgbClr val="666666"/>
                </a:solidFill>
              </a:rPr>
              <a:t>を動画の先までつなぐ</a:t>
            </a:r>
            <a:endParaRPr kumimoji="1" lang="ja-JP" altLang="en-US" sz="1400" dirty="0">
              <a:solidFill>
                <a:srgbClr val="66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031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4CF8D2-0A2C-D547-E4D8-56BAB45DB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人物追跡は、すでに社会を支えている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F55FC72-1791-0640-8D1A-5417F2A246AC}"/>
              </a:ext>
            </a:extLst>
          </p:cNvPr>
          <p:cNvSpPr txBox="1"/>
          <p:nvPr/>
        </p:nvSpPr>
        <p:spPr>
          <a:xfrm>
            <a:off x="965200" y="965200"/>
            <a:ext cx="10261600" cy="3556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b="1">
                <a:solidFill>
                  <a:srgbClr val="244062"/>
                </a:solidFill>
              </a:rPr>
              <a:t>映像を「誰が・いつ・どこを動いたか」というデータに変える</a:t>
            </a:r>
            <a:endParaRPr kumimoji="1" lang="ja-JP" altLang="en-US" b="1" dirty="0">
              <a:solidFill>
                <a:srgbClr val="244062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0F0DCE5-2A69-094C-943B-4ED34BB762F9}"/>
              </a:ext>
            </a:extLst>
          </p:cNvPr>
          <p:cNvSpPr/>
          <p:nvPr/>
        </p:nvSpPr>
        <p:spPr>
          <a:xfrm>
            <a:off x="609600" y="1524000"/>
            <a:ext cx="5334000" cy="2006600"/>
          </a:xfrm>
          <a:prstGeom prst="rect">
            <a:avLst/>
          </a:prstGeom>
          <a:solidFill>
            <a:srgbClr val="F7F8FA"/>
          </a:solidFill>
          <a:ln w="12700" cap="flat" cmpd="sng" algn="ctr">
            <a:solidFill>
              <a:srgbClr val="D9DEE7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4FC4A5B-1939-B64F-B2DB-D64FE4F1E557}"/>
              </a:ext>
            </a:extLst>
          </p:cNvPr>
          <p:cNvSpPr/>
          <p:nvPr/>
        </p:nvSpPr>
        <p:spPr>
          <a:xfrm>
            <a:off x="609600" y="1524000"/>
            <a:ext cx="101600" cy="2006600"/>
          </a:xfrm>
          <a:prstGeom prst="rect">
            <a:avLst/>
          </a:prstGeom>
          <a:solidFill>
            <a:srgbClr val="4F81BD"/>
          </a:solidFill>
          <a:ln w="12700" cap="flat" cmpd="sng" algn="ctr">
            <a:solidFill>
              <a:srgbClr val="4F81BD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3996C29-179F-E145-A46A-7CA627859436}"/>
              </a:ext>
            </a:extLst>
          </p:cNvPr>
          <p:cNvSpPr/>
          <p:nvPr/>
        </p:nvSpPr>
        <p:spPr>
          <a:xfrm>
            <a:off x="889000" y="1803400"/>
            <a:ext cx="1905000" cy="1422400"/>
          </a:xfrm>
          <a:prstGeom prst="rect">
            <a:avLst/>
          </a:prstGeom>
          <a:solidFill>
            <a:srgbClr val="E1E5EA"/>
          </a:solidFill>
          <a:ln w="12700" cap="flat" cmpd="sng" algn="ctr">
            <a:solidFill>
              <a:srgbClr val="CDD3D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9E9BA9E-B14E-D843-90E5-A11082B95E21}"/>
              </a:ext>
            </a:extLst>
          </p:cNvPr>
          <p:cNvSpPr/>
          <p:nvPr/>
        </p:nvSpPr>
        <p:spPr>
          <a:xfrm>
            <a:off x="1346200" y="2070100"/>
            <a:ext cx="660400" cy="889000"/>
          </a:xfrm>
          <a:prstGeom prst="rect">
            <a:avLst/>
          </a:prstGeom>
          <a:solidFill>
            <a:srgbClr val="E1E5EA"/>
          </a:solidFill>
          <a:ln w="31750" cap="flat" cmpd="sng" algn="ctr">
            <a:solidFill>
              <a:srgbClr val="4F81BD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7153891-E7A8-394E-B4D7-DB32EAADAEB0}"/>
              </a:ext>
            </a:extLst>
          </p:cNvPr>
          <p:cNvSpPr/>
          <p:nvPr/>
        </p:nvSpPr>
        <p:spPr>
          <a:xfrm>
            <a:off x="1346200" y="1866900"/>
            <a:ext cx="609600" cy="228600"/>
          </a:xfrm>
          <a:prstGeom prst="rect">
            <a:avLst/>
          </a:prstGeom>
          <a:solidFill>
            <a:srgbClr val="4F81BD"/>
          </a:solidFill>
          <a:ln w="12700" cap="flat" cmpd="sng" algn="ctr">
            <a:solidFill>
              <a:srgbClr val="4F81BD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E97587F-3360-2441-9821-73F38BE189C4}"/>
              </a:ext>
            </a:extLst>
          </p:cNvPr>
          <p:cNvSpPr txBox="1"/>
          <p:nvPr/>
        </p:nvSpPr>
        <p:spPr>
          <a:xfrm>
            <a:off x="1346200" y="1866900"/>
            <a:ext cx="609600" cy="2286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en" altLang="ja-JP" sz="900" b="1">
                <a:solidFill>
                  <a:srgbClr val="FFFFFF"/>
                </a:solidFill>
              </a:rPr>
              <a:t>ID</a:t>
            </a:r>
            <a:endParaRPr kumimoji="1" lang="ja-JP" altLang="en-US" sz="900" b="1" dirty="0">
              <a:solidFill>
                <a:srgbClr val="FFFFFF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FAB820E-17CE-3141-8894-229ED74C61C3}"/>
              </a:ext>
            </a:extLst>
          </p:cNvPr>
          <p:cNvSpPr/>
          <p:nvPr/>
        </p:nvSpPr>
        <p:spPr>
          <a:xfrm>
            <a:off x="1016000" y="3009900"/>
            <a:ext cx="1498600" cy="38100"/>
          </a:xfrm>
          <a:prstGeom prst="rect">
            <a:avLst/>
          </a:prstGeom>
          <a:solidFill>
            <a:srgbClr val="4F81BD"/>
          </a:solidFill>
          <a:ln w="12700" cap="flat" cmpd="sng" algn="ctr">
            <a:solidFill>
              <a:srgbClr val="4F81BD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323F94C-C622-3F44-A44A-1481F1D50544}"/>
              </a:ext>
            </a:extLst>
          </p:cNvPr>
          <p:cNvSpPr/>
          <p:nvPr/>
        </p:nvSpPr>
        <p:spPr>
          <a:xfrm>
            <a:off x="2997200" y="1930400"/>
            <a:ext cx="2603500" cy="431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5125802-FD12-AD4D-A06E-41D530E4F2AE}"/>
              </a:ext>
            </a:extLst>
          </p:cNvPr>
          <p:cNvSpPr txBox="1"/>
          <p:nvPr/>
        </p:nvSpPr>
        <p:spPr>
          <a:xfrm>
            <a:off x="2997200" y="1905000"/>
            <a:ext cx="2603500" cy="4826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900" b="1">
                <a:solidFill>
                  <a:srgbClr val="222222"/>
                </a:solidFill>
              </a:rPr>
              <a:t>監視・見守り</a:t>
            </a:r>
            <a:endParaRPr kumimoji="1" lang="ja-JP" altLang="en-US" sz="1900" b="1" dirty="0">
              <a:solidFill>
                <a:srgbClr val="222222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CB64971-9A9E-4149-BD92-F63B01ABB06D}"/>
              </a:ext>
            </a:extLst>
          </p:cNvPr>
          <p:cNvSpPr txBox="1"/>
          <p:nvPr/>
        </p:nvSpPr>
        <p:spPr>
          <a:xfrm>
            <a:off x="2997200" y="2527300"/>
            <a:ext cx="2603500" cy="6096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500">
                <a:solidFill>
                  <a:srgbClr val="555555"/>
                </a:solidFill>
              </a:rPr>
              <a:t>人物の移動を継続して把握</a:t>
            </a:r>
            <a:endParaRPr kumimoji="1" lang="ja-JP" altLang="en-US" sz="1500" dirty="0">
              <a:solidFill>
                <a:srgbClr val="555555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846DF48-1BD0-2E46-B3F5-9986118B4B3B}"/>
              </a:ext>
            </a:extLst>
          </p:cNvPr>
          <p:cNvSpPr/>
          <p:nvPr/>
        </p:nvSpPr>
        <p:spPr>
          <a:xfrm>
            <a:off x="6248400" y="1524000"/>
            <a:ext cx="5334000" cy="2006600"/>
          </a:xfrm>
          <a:prstGeom prst="rect">
            <a:avLst/>
          </a:prstGeom>
          <a:solidFill>
            <a:srgbClr val="F7F8FA"/>
          </a:solidFill>
          <a:ln w="12700" cap="flat" cmpd="sng" algn="ctr">
            <a:solidFill>
              <a:srgbClr val="D9DEE7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0BF17A1-D853-1545-A7D3-0071A841C414}"/>
              </a:ext>
            </a:extLst>
          </p:cNvPr>
          <p:cNvSpPr/>
          <p:nvPr/>
        </p:nvSpPr>
        <p:spPr>
          <a:xfrm>
            <a:off x="6248400" y="1524000"/>
            <a:ext cx="101600" cy="2006600"/>
          </a:xfrm>
          <a:prstGeom prst="rect">
            <a:avLst/>
          </a:prstGeom>
          <a:solidFill>
            <a:srgbClr val="59A14F"/>
          </a:solidFill>
          <a:ln w="12700" cap="flat" cmpd="sng" algn="ctr">
            <a:solidFill>
              <a:srgbClr val="59A14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030A128-123C-EF43-BFC2-D73BDAF5B525}"/>
              </a:ext>
            </a:extLst>
          </p:cNvPr>
          <p:cNvSpPr/>
          <p:nvPr/>
        </p:nvSpPr>
        <p:spPr>
          <a:xfrm>
            <a:off x="6527800" y="1803400"/>
            <a:ext cx="1905000" cy="1422400"/>
          </a:xfrm>
          <a:prstGeom prst="rect">
            <a:avLst/>
          </a:prstGeom>
          <a:solidFill>
            <a:srgbClr val="E1E5EA"/>
          </a:solidFill>
          <a:ln w="12700" cap="flat" cmpd="sng" algn="ctr">
            <a:solidFill>
              <a:srgbClr val="CDD3D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29B1151-F332-7644-B0BD-0875B4A1607D}"/>
              </a:ext>
            </a:extLst>
          </p:cNvPr>
          <p:cNvSpPr/>
          <p:nvPr/>
        </p:nvSpPr>
        <p:spPr>
          <a:xfrm>
            <a:off x="6985000" y="2070100"/>
            <a:ext cx="660400" cy="889000"/>
          </a:xfrm>
          <a:prstGeom prst="rect">
            <a:avLst/>
          </a:prstGeom>
          <a:solidFill>
            <a:srgbClr val="E1E5EA"/>
          </a:solidFill>
          <a:ln w="31750" cap="flat" cmpd="sng" algn="ctr">
            <a:solidFill>
              <a:srgbClr val="59A14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DC038D2-310A-EF47-B844-6F82DE01D2B0}"/>
              </a:ext>
            </a:extLst>
          </p:cNvPr>
          <p:cNvSpPr/>
          <p:nvPr/>
        </p:nvSpPr>
        <p:spPr>
          <a:xfrm>
            <a:off x="6985000" y="1866900"/>
            <a:ext cx="609600" cy="228600"/>
          </a:xfrm>
          <a:prstGeom prst="rect">
            <a:avLst/>
          </a:prstGeom>
          <a:solidFill>
            <a:srgbClr val="59A14F"/>
          </a:solidFill>
          <a:ln w="12700" cap="flat" cmpd="sng" algn="ctr">
            <a:solidFill>
              <a:srgbClr val="59A14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F1711DC-9C2A-E745-A8B1-713B51ABFD5F}"/>
              </a:ext>
            </a:extLst>
          </p:cNvPr>
          <p:cNvSpPr txBox="1"/>
          <p:nvPr/>
        </p:nvSpPr>
        <p:spPr>
          <a:xfrm>
            <a:off x="6985000" y="1866900"/>
            <a:ext cx="609600" cy="2286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en" altLang="ja-JP" sz="900" b="1">
                <a:solidFill>
                  <a:srgbClr val="FFFFFF"/>
                </a:solidFill>
              </a:rPr>
              <a:t>ID</a:t>
            </a:r>
            <a:endParaRPr kumimoji="1" lang="ja-JP" altLang="en-US" sz="900" b="1" dirty="0">
              <a:solidFill>
                <a:srgbClr val="FFFFFF"/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339494F-D0DF-8046-BCAA-619AA05EAF23}"/>
              </a:ext>
            </a:extLst>
          </p:cNvPr>
          <p:cNvSpPr/>
          <p:nvPr/>
        </p:nvSpPr>
        <p:spPr>
          <a:xfrm>
            <a:off x="6654800" y="3009900"/>
            <a:ext cx="1498600" cy="38100"/>
          </a:xfrm>
          <a:prstGeom prst="rect">
            <a:avLst/>
          </a:prstGeom>
          <a:solidFill>
            <a:srgbClr val="59A14F"/>
          </a:solidFill>
          <a:ln w="12700" cap="flat" cmpd="sng" algn="ctr">
            <a:solidFill>
              <a:srgbClr val="59A14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F75BD3F-ABDB-2F47-91BF-E3F0534FEFF2}"/>
              </a:ext>
            </a:extLst>
          </p:cNvPr>
          <p:cNvSpPr/>
          <p:nvPr/>
        </p:nvSpPr>
        <p:spPr>
          <a:xfrm>
            <a:off x="8636000" y="1930400"/>
            <a:ext cx="2603500" cy="431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CF7B606-E63E-5E4D-A66A-B8B2C9AED526}"/>
              </a:ext>
            </a:extLst>
          </p:cNvPr>
          <p:cNvSpPr txBox="1"/>
          <p:nvPr/>
        </p:nvSpPr>
        <p:spPr>
          <a:xfrm>
            <a:off x="8636000" y="1905000"/>
            <a:ext cx="2603500" cy="4826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900" b="1">
                <a:solidFill>
                  <a:srgbClr val="222222"/>
                </a:solidFill>
              </a:rPr>
              <a:t>店舗・施設</a:t>
            </a:r>
            <a:endParaRPr kumimoji="1" lang="ja-JP" altLang="en-US" sz="1900" b="1" dirty="0">
              <a:solidFill>
                <a:srgbClr val="222222"/>
              </a:solidFill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E195060-F837-D74E-B077-0487F5ABE4FD}"/>
              </a:ext>
            </a:extLst>
          </p:cNvPr>
          <p:cNvSpPr txBox="1"/>
          <p:nvPr/>
        </p:nvSpPr>
        <p:spPr>
          <a:xfrm>
            <a:off x="8636000" y="2527300"/>
            <a:ext cx="2603500" cy="6096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500">
                <a:solidFill>
                  <a:srgbClr val="555555"/>
                </a:solidFill>
              </a:rPr>
              <a:t>人流・滞在時間・移動経路</a:t>
            </a:r>
            <a:endParaRPr kumimoji="1" lang="ja-JP" altLang="en-US" sz="1500" dirty="0">
              <a:solidFill>
                <a:srgbClr val="555555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82402BE-6751-E441-B10E-AFA9A1AC0640}"/>
              </a:ext>
            </a:extLst>
          </p:cNvPr>
          <p:cNvSpPr/>
          <p:nvPr/>
        </p:nvSpPr>
        <p:spPr>
          <a:xfrm>
            <a:off x="609600" y="3835400"/>
            <a:ext cx="5334000" cy="2006600"/>
          </a:xfrm>
          <a:prstGeom prst="rect">
            <a:avLst/>
          </a:prstGeom>
          <a:solidFill>
            <a:srgbClr val="F7F8FA"/>
          </a:solidFill>
          <a:ln w="12700" cap="flat" cmpd="sng" algn="ctr">
            <a:solidFill>
              <a:srgbClr val="D9DEE7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6802526C-392A-2C44-92D0-5E79ED7DD0DD}"/>
              </a:ext>
            </a:extLst>
          </p:cNvPr>
          <p:cNvSpPr/>
          <p:nvPr/>
        </p:nvSpPr>
        <p:spPr>
          <a:xfrm>
            <a:off x="609600" y="3835400"/>
            <a:ext cx="101600" cy="2006600"/>
          </a:xfrm>
          <a:prstGeom prst="rect">
            <a:avLst/>
          </a:prstGeom>
          <a:solidFill>
            <a:srgbClr val="F28E2B"/>
          </a:solidFill>
          <a:ln w="12700" cap="flat" cmpd="sng" algn="ctr">
            <a:solidFill>
              <a:srgbClr val="F28E2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613975C-4DA4-F248-BC70-B68A709C5681}"/>
              </a:ext>
            </a:extLst>
          </p:cNvPr>
          <p:cNvSpPr/>
          <p:nvPr/>
        </p:nvSpPr>
        <p:spPr>
          <a:xfrm>
            <a:off x="889000" y="4114800"/>
            <a:ext cx="1905000" cy="1422400"/>
          </a:xfrm>
          <a:prstGeom prst="rect">
            <a:avLst/>
          </a:prstGeom>
          <a:solidFill>
            <a:srgbClr val="E1E5EA"/>
          </a:solidFill>
          <a:ln w="12700" cap="flat" cmpd="sng" algn="ctr">
            <a:solidFill>
              <a:srgbClr val="CDD3D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CDECF336-0A5A-C645-BE0D-747A1E68CD86}"/>
              </a:ext>
            </a:extLst>
          </p:cNvPr>
          <p:cNvSpPr/>
          <p:nvPr/>
        </p:nvSpPr>
        <p:spPr>
          <a:xfrm>
            <a:off x="1346200" y="4381500"/>
            <a:ext cx="660400" cy="889000"/>
          </a:xfrm>
          <a:prstGeom prst="rect">
            <a:avLst/>
          </a:prstGeom>
          <a:solidFill>
            <a:srgbClr val="E1E5EA"/>
          </a:solidFill>
          <a:ln w="31750" cap="flat" cmpd="sng" algn="ctr">
            <a:solidFill>
              <a:srgbClr val="F28E2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95AFB83D-1D5F-EB4D-A63D-D4C46AE539F1}"/>
              </a:ext>
            </a:extLst>
          </p:cNvPr>
          <p:cNvSpPr/>
          <p:nvPr/>
        </p:nvSpPr>
        <p:spPr>
          <a:xfrm>
            <a:off x="1346200" y="4178300"/>
            <a:ext cx="609600" cy="228600"/>
          </a:xfrm>
          <a:prstGeom prst="rect">
            <a:avLst/>
          </a:prstGeom>
          <a:solidFill>
            <a:srgbClr val="F28E2B"/>
          </a:solidFill>
          <a:ln w="12700" cap="flat" cmpd="sng" algn="ctr">
            <a:solidFill>
              <a:srgbClr val="F28E2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A8D4BA5-3A99-9E44-9742-736B7E19A632}"/>
              </a:ext>
            </a:extLst>
          </p:cNvPr>
          <p:cNvSpPr txBox="1"/>
          <p:nvPr/>
        </p:nvSpPr>
        <p:spPr>
          <a:xfrm>
            <a:off x="1346200" y="4178300"/>
            <a:ext cx="609600" cy="2286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en" altLang="ja-JP" sz="900" b="1">
                <a:solidFill>
                  <a:srgbClr val="FFFFFF"/>
                </a:solidFill>
              </a:rPr>
              <a:t>ID</a:t>
            </a:r>
            <a:endParaRPr kumimoji="1" lang="ja-JP" altLang="en-US" sz="900" b="1" dirty="0">
              <a:solidFill>
                <a:srgbClr val="FFFFFF"/>
              </a:solidFill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A78EAFEE-095B-4540-AA02-D60EAE989B2C}"/>
              </a:ext>
            </a:extLst>
          </p:cNvPr>
          <p:cNvSpPr/>
          <p:nvPr/>
        </p:nvSpPr>
        <p:spPr>
          <a:xfrm>
            <a:off x="1016000" y="5321300"/>
            <a:ext cx="1498600" cy="38100"/>
          </a:xfrm>
          <a:prstGeom prst="rect">
            <a:avLst/>
          </a:prstGeom>
          <a:solidFill>
            <a:srgbClr val="F28E2B"/>
          </a:solidFill>
          <a:ln w="12700" cap="flat" cmpd="sng" algn="ctr">
            <a:solidFill>
              <a:srgbClr val="F28E2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3BA1BD67-E12F-3248-90C5-697805EE4C8A}"/>
              </a:ext>
            </a:extLst>
          </p:cNvPr>
          <p:cNvSpPr/>
          <p:nvPr/>
        </p:nvSpPr>
        <p:spPr>
          <a:xfrm>
            <a:off x="2997200" y="4241800"/>
            <a:ext cx="2603500" cy="431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074A823-2491-0B4C-B80C-009F858444F1}"/>
              </a:ext>
            </a:extLst>
          </p:cNvPr>
          <p:cNvSpPr txBox="1"/>
          <p:nvPr/>
        </p:nvSpPr>
        <p:spPr>
          <a:xfrm>
            <a:off x="2997200" y="4216400"/>
            <a:ext cx="2603500" cy="4826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900" b="1">
                <a:solidFill>
                  <a:srgbClr val="222222"/>
                </a:solidFill>
              </a:rPr>
              <a:t>スポーツ</a:t>
            </a:r>
            <a:endParaRPr kumimoji="1" lang="ja-JP" altLang="en-US" sz="1900" b="1" dirty="0">
              <a:solidFill>
                <a:srgbClr val="222222"/>
              </a:solidFill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1E1FFE5D-6D31-3948-8E1B-EBF5F74D380A}"/>
              </a:ext>
            </a:extLst>
          </p:cNvPr>
          <p:cNvSpPr txBox="1"/>
          <p:nvPr/>
        </p:nvSpPr>
        <p:spPr>
          <a:xfrm>
            <a:off x="2997200" y="4838700"/>
            <a:ext cx="2603500" cy="6096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500">
                <a:solidFill>
                  <a:srgbClr val="555555"/>
                </a:solidFill>
              </a:rPr>
              <a:t>選手の軌跡・走行データ</a:t>
            </a:r>
            <a:endParaRPr kumimoji="1" lang="ja-JP" altLang="en-US" sz="1500" dirty="0">
              <a:solidFill>
                <a:srgbClr val="555555"/>
              </a:solidFill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4E7BFDCD-03DC-1343-B0B8-15175B32CA37}"/>
              </a:ext>
            </a:extLst>
          </p:cNvPr>
          <p:cNvSpPr/>
          <p:nvPr/>
        </p:nvSpPr>
        <p:spPr>
          <a:xfrm>
            <a:off x="6248400" y="3835400"/>
            <a:ext cx="5334000" cy="2006600"/>
          </a:xfrm>
          <a:prstGeom prst="rect">
            <a:avLst/>
          </a:prstGeom>
          <a:solidFill>
            <a:srgbClr val="F7F8FA"/>
          </a:solidFill>
          <a:ln w="12700" cap="flat" cmpd="sng" algn="ctr">
            <a:solidFill>
              <a:srgbClr val="D9DEE7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5E88A5AB-F051-1248-BDC2-E8EDC405D36D}"/>
              </a:ext>
            </a:extLst>
          </p:cNvPr>
          <p:cNvSpPr/>
          <p:nvPr/>
        </p:nvSpPr>
        <p:spPr>
          <a:xfrm>
            <a:off x="6248400" y="3835400"/>
            <a:ext cx="101600" cy="2006600"/>
          </a:xfrm>
          <a:prstGeom prst="rect">
            <a:avLst/>
          </a:prstGeom>
          <a:solidFill>
            <a:srgbClr val="8B6FB5"/>
          </a:solidFill>
          <a:ln w="12700" cap="flat" cmpd="sng" algn="ctr">
            <a:solidFill>
              <a:srgbClr val="8B6FB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5316080D-1F3F-5B40-A2B9-EB643F2D86C7}"/>
              </a:ext>
            </a:extLst>
          </p:cNvPr>
          <p:cNvSpPr/>
          <p:nvPr/>
        </p:nvSpPr>
        <p:spPr>
          <a:xfrm>
            <a:off x="6527800" y="4114800"/>
            <a:ext cx="1905000" cy="1422400"/>
          </a:xfrm>
          <a:prstGeom prst="rect">
            <a:avLst/>
          </a:prstGeom>
          <a:solidFill>
            <a:srgbClr val="E1E5EA"/>
          </a:solidFill>
          <a:ln w="12700" cap="flat" cmpd="sng" algn="ctr">
            <a:solidFill>
              <a:srgbClr val="CDD3D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AA68FC28-C3B7-D646-A609-DE18ADE0924F}"/>
              </a:ext>
            </a:extLst>
          </p:cNvPr>
          <p:cNvSpPr/>
          <p:nvPr/>
        </p:nvSpPr>
        <p:spPr>
          <a:xfrm>
            <a:off x="6985000" y="4381500"/>
            <a:ext cx="660400" cy="889000"/>
          </a:xfrm>
          <a:prstGeom prst="rect">
            <a:avLst/>
          </a:prstGeom>
          <a:solidFill>
            <a:srgbClr val="E1E5EA"/>
          </a:solidFill>
          <a:ln w="31750" cap="flat" cmpd="sng" algn="ctr">
            <a:solidFill>
              <a:srgbClr val="8B6FB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E0FEEB0B-3DB3-8249-BD24-EA49A6B3705A}"/>
              </a:ext>
            </a:extLst>
          </p:cNvPr>
          <p:cNvSpPr/>
          <p:nvPr/>
        </p:nvSpPr>
        <p:spPr>
          <a:xfrm>
            <a:off x="6985000" y="4178300"/>
            <a:ext cx="609600" cy="228600"/>
          </a:xfrm>
          <a:prstGeom prst="rect">
            <a:avLst/>
          </a:prstGeom>
          <a:solidFill>
            <a:srgbClr val="8B6FB5"/>
          </a:solidFill>
          <a:ln w="12700" cap="flat" cmpd="sng" algn="ctr">
            <a:solidFill>
              <a:srgbClr val="8B6FB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B0631C2-6CC6-1543-A89A-3DE70B2E7A47}"/>
              </a:ext>
            </a:extLst>
          </p:cNvPr>
          <p:cNvSpPr txBox="1"/>
          <p:nvPr/>
        </p:nvSpPr>
        <p:spPr>
          <a:xfrm>
            <a:off x="6985000" y="4178300"/>
            <a:ext cx="609600" cy="2286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en" altLang="ja-JP" sz="900" b="1">
                <a:solidFill>
                  <a:srgbClr val="FFFFFF"/>
                </a:solidFill>
              </a:rPr>
              <a:t>ID</a:t>
            </a:r>
            <a:endParaRPr kumimoji="1" lang="ja-JP" altLang="en-US" sz="900" b="1" dirty="0">
              <a:solidFill>
                <a:srgbClr val="FFFFFF"/>
              </a:solidFill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FBCBBCBF-07F4-B248-A91B-CB3F56F3F674}"/>
              </a:ext>
            </a:extLst>
          </p:cNvPr>
          <p:cNvSpPr/>
          <p:nvPr/>
        </p:nvSpPr>
        <p:spPr>
          <a:xfrm>
            <a:off x="6654800" y="5321300"/>
            <a:ext cx="1498600" cy="38100"/>
          </a:xfrm>
          <a:prstGeom prst="rect">
            <a:avLst/>
          </a:prstGeom>
          <a:solidFill>
            <a:srgbClr val="8B6FB5"/>
          </a:solidFill>
          <a:ln w="12700" cap="flat" cmpd="sng" algn="ctr">
            <a:solidFill>
              <a:srgbClr val="8B6FB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D41FD63D-B69F-7048-B7D8-750B588A24CA}"/>
              </a:ext>
            </a:extLst>
          </p:cNvPr>
          <p:cNvSpPr/>
          <p:nvPr/>
        </p:nvSpPr>
        <p:spPr>
          <a:xfrm>
            <a:off x="8636000" y="4241800"/>
            <a:ext cx="2603500" cy="431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41017E30-A4C3-0043-BB23-912BC4F179E6}"/>
              </a:ext>
            </a:extLst>
          </p:cNvPr>
          <p:cNvSpPr txBox="1"/>
          <p:nvPr/>
        </p:nvSpPr>
        <p:spPr>
          <a:xfrm>
            <a:off x="8636000" y="4216400"/>
            <a:ext cx="2603500" cy="4826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900" b="1">
                <a:solidFill>
                  <a:srgbClr val="222222"/>
                </a:solidFill>
              </a:rPr>
              <a:t>工場・作業現場</a:t>
            </a:r>
            <a:endParaRPr kumimoji="1" lang="ja-JP" altLang="en-US" sz="1900" b="1" dirty="0">
              <a:solidFill>
                <a:srgbClr val="222222"/>
              </a:solidFill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F0EC51C9-0DA6-D540-8C5B-85E143DBB2B9}"/>
              </a:ext>
            </a:extLst>
          </p:cNvPr>
          <p:cNvSpPr txBox="1"/>
          <p:nvPr/>
        </p:nvSpPr>
        <p:spPr>
          <a:xfrm>
            <a:off x="8636000" y="4838700"/>
            <a:ext cx="2603500" cy="6096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500">
                <a:solidFill>
                  <a:srgbClr val="555555"/>
                </a:solidFill>
              </a:rPr>
              <a:t>作業員の動線・安全管理</a:t>
            </a:r>
            <a:endParaRPr kumimoji="1" lang="ja-JP" altLang="en-US" sz="1500" dirty="0">
              <a:solidFill>
                <a:srgbClr val="555555"/>
              </a:solidFill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A32751A8-CC9C-CD42-8BF2-48FEE554C62B}"/>
              </a:ext>
            </a:extLst>
          </p:cNvPr>
          <p:cNvSpPr/>
          <p:nvPr/>
        </p:nvSpPr>
        <p:spPr>
          <a:xfrm>
            <a:off x="914400" y="6172200"/>
            <a:ext cx="10363200" cy="482600"/>
          </a:xfrm>
          <a:prstGeom prst="rect">
            <a:avLst/>
          </a:prstGeom>
          <a:solidFill>
            <a:srgbClr val="DCE6F1"/>
          </a:solidFill>
          <a:ln w="12700" cap="flat" cmpd="sng" algn="ctr">
            <a:solidFill>
              <a:srgbClr val="B4C7E7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F72164AE-1997-084D-BF51-FB6DD2D7C3DB}"/>
              </a:ext>
            </a:extLst>
          </p:cNvPr>
          <p:cNvSpPr txBox="1"/>
          <p:nvPr/>
        </p:nvSpPr>
        <p:spPr>
          <a:xfrm>
            <a:off x="1041400" y="6223000"/>
            <a:ext cx="10109200" cy="3810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600" b="1">
                <a:solidFill>
                  <a:srgbClr val="244062"/>
                </a:solidFill>
              </a:rPr>
              <a:t>人物検出・追跡技術が、こうしたシステムを支えている</a:t>
            </a:r>
            <a:endParaRPr kumimoji="1" lang="ja-JP" altLang="en-US" sz="1600" b="1" dirty="0">
              <a:solidFill>
                <a:srgbClr val="2440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301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4CF8D2-0A2C-D547-E4D8-56BAB45DB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でも、どんな状況でも追い続けられる？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25DC4B5-16BC-C443-8B02-15214CD18EE3}"/>
              </a:ext>
            </a:extLst>
          </p:cNvPr>
          <p:cNvSpPr txBox="1"/>
          <p:nvPr/>
        </p:nvSpPr>
        <p:spPr>
          <a:xfrm>
            <a:off x="889000" y="965200"/>
            <a:ext cx="4191000" cy="3810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b="1">
                <a:solidFill>
                  <a:srgbClr val="244062"/>
                </a:solidFill>
              </a:rPr>
              <a:t>比較的規則的な動き</a:t>
            </a:r>
            <a:endParaRPr kumimoji="1" lang="ja-JP" altLang="en-US" b="1" dirty="0">
              <a:solidFill>
                <a:srgbClr val="244062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729FC7-46CD-0E4F-9E4A-C654CF8D5711}"/>
              </a:ext>
            </a:extLst>
          </p:cNvPr>
          <p:cNvSpPr txBox="1"/>
          <p:nvPr/>
        </p:nvSpPr>
        <p:spPr>
          <a:xfrm>
            <a:off x="7112000" y="965200"/>
            <a:ext cx="4191000" cy="3810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b="1">
                <a:solidFill>
                  <a:srgbClr val="9E480E"/>
                </a:solidFill>
              </a:rPr>
              <a:t>複雑な動き</a:t>
            </a:r>
            <a:endParaRPr kumimoji="1" lang="ja-JP" altLang="en-US" b="1" dirty="0">
              <a:solidFill>
                <a:srgbClr val="9E480E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980DF73-D4A7-6D42-AB78-2D4FD7BA650E}"/>
              </a:ext>
            </a:extLst>
          </p:cNvPr>
          <p:cNvSpPr/>
          <p:nvPr/>
        </p:nvSpPr>
        <p:spPr>
          <a:xfrm>
            <a:off x="609600" y="1447800"/>
            <a:ext cx="4927600" cy="3835400"/>
          </a:xfrm>
          <a:prstGeom prst="rect">
            <a:avLst/>
          </a:prstGeom>
          <a:solidFill>
            <a:srgbClr val="242B35"/>
          </a:solidFill>
          <a:ln w="12700" cap="flat" cmpd="sng" algn="ctr">
            <a:solidFill>
              <a:srgbClr val="AEB8C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D8CCA84-DC35-9C47-A611-ECD3B42E0276}"/>
              </a:ext>
            </a:extLst>
          </p:cNvPr>
          <p:cNvSpPr/>
          <p:nvPr/>
        </p:nvSpPr>
        <p:spPr>
          <a:xfrm>
            <a:off x="6654800" y="1447800"/>
            <a:ext cx="4927600" cy="3835400"/>
          </a:xfrm>
          <a:prstGeom prst="rect">
            <a:avLst/>
          </a:prstGeom>
          <a:solidFill>
            <a:srgbClr val="242B35"/>
          </a:solidFill>
          <a:ln w="12700" cap="flat" cmpd="sng" algn="ctr">
            <a:solidFill>
              <a:srgbClr val="AEB8C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CCD51EC-E2E1-A045-BD73-81198F5FDA6D}"/>
              </a:ext>
            </a:extLst>
          </p:cNvPr>
          <p:cNvSpPr txBox="1"/>
          <p:nvPr/>
        </p:nvSpPr>
        <p:spPr>
          <a:xfrm>
            <a:off x="1803400" y="16002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100">
                <a:solidFill>
                  <a:srgbClr val="D9E2F3"/>
                </a:solidFill>
              </a:rPr>
              <a:t>動画を差し替え</a:t>
            </a:r>
            <a:endParaRPr kumimoji="1" lang="ja-JP" altLang="en-US" sz="1100" dirty="0">
              <a:solidFill>
                <a:srgbClr val="D9E2F3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81E124F-73E2-4446-A0C1-90AB37C1D728}"/>
              </a:ext>
            </a:extLst>
          </p:cNvPr>
          <p:cNvSpPr txBox="1"/>
          <p:nvPr/>
        </p:nvSpPr>
        <p:spPr>
          <a:xfrm>
            <a:off x="7848600" y="16002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100">
                <a:solidFill>
                  <a:srgbClr val="D9E2F3"/>
                </a:solidFill>
              </a:rPr>
              <a:t>動画を差し替え</a:t>
            </a:r>
            <a:endParaRPr kumimoji="1" lang="ja-JP" altLang="en-US" sz="1100" dirty="0">
              <a:solidFill>
                <a:srgbClr val="D9E2F3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CBB8ADC-F568-904E-A39E-0B4CE52DEB9D}"/>
              </a:ext>
            </a:extLst>
          </p:cNvPr>
          <p:cNvSpPr txBox="1"/>
          <p:nvPr/>
        </p:nvSpPr>
        <p:spPr>
          <a:xfrm>
            <a:off x="1219200" y="2108200"/>
            <a:ext cx="3708400" cy="6858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en" altLang="ja-JP" sz="1600" b="1">
                <a:solidFill>
                  <a:srgbClr val="FFFFFF"/>
                </a:solidFill>
              </a:rPr>
              <a:t>MOTChallenge</a:t>
            </a:r>
            <a:r>
              <a:rPr kumimoji="1" lang="ja-JP" altLang="en-US" sz="1600" b="1">
                <a:solidFill>
                  <a:srgbClr val="FFFFFF"/>
                </a:solidFill>
              </a:rPr>
              <a:t>に見られる
歩行者シーン</a:t>
            </a:r>
            <a:endParaRPr kumimoji="1" lang="ja-JP" altLang="en-US" sz="1600" b="1" dirty="0">
              <a:solidFill>
                <a:srgbClr val="FFFFFF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B1E028F-8F88-E242-94CC-07BA87FCC94D}"/>
              </a:ext>
            </a:extLst>
          </p:cNvPr>
          <p:cNvSpPr txBox="1"/>
          <p:nvPr/>
        </p:nvSpPr>
        <p:spPr>
          <a:xfrm>
            <a:off x="7264400" y="2108200"/>
            <a:ext cx="3708400" cy="6858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en" altLang="ja-JP" sz="1600" b="1">
                <a:solidFill>
                  <a:srgbClr val="FFFFFF"/>
                </a:solidFill>
              </a:rPr>
              <a:t>DanceTrack</a:t>
            </a:r>
            <a:r>
              <a:rPr kumimoji="1" lang="ja-JP" altLang="en-US" sz="1600" b="1">
                <a:solidFill>
                  <a:srgbClr val="FFFFFF"/>
                </a:solidFill>
              </a:rPr>
              <a:t>のような
難しい条件の例</a:t>
            </a:r>
            <a:endParaRPr kumimoji="1" lang="ja-JP" altLang="en-US" sz="1600" b="1" dirty="0">
              <a:solidFill>
                <a:srgbClr val="FFFFFF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F3F1E9B-1295-7E45-89CB-2CE8DD4A6437}"/>
              </a:ext>
            </a:extLst>
          </p:cNvPr>
          <p:cNvSpPr/>
          <p:nvPr/>
        </p:nvSpPr>
        <p:spPr>
          <a:xfrm>
            <a:off x="1054100" y="3175000"/>
            <a:ext cx="4038600" cy="50800"/>
          </a:xfrm>
          <a:prstGeom prst="rect">
            <a:avLst/>
          </a:prstGeom>
          <a:solidFill>
            <a:srgbClr val="4F81BD"/>
          </a:solidFill>
          <a:ln w="12700" cap="flat" cmpd="sng" algn="ctr">
            <a:solidFill>
              <a:srgbClr val="4F81BD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D9F67EE-5148-C843-860D-6A306189A973}"/>
              </a:ext>
            </a:extLst>
          </p:cNvPr>
          <p:cNvSpPr/>
          <p:nvPr/>
        </p:nvSpPr>
        <p:spPr>
          <a:xfrm>
            <a:off x="1397000" y="3556000"/>
            <a:ext cx="3302000" cy="50800"/>
          </a:xfrm>
          <a:prstGeom prst="rect">
            <a:avLst/>
          </a:prstGeom>
          <a:solidFill>
            <a:srgbClr val="59A14F"/>
          </a:solidFill>
          <a:ln w="12700" cap="flat" cmpd="sng" algn="ctr">
            <a:solidFill>
              <a:srgbClr val="59A14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7DF5F6D-BF5F-6041-AF4E-6CA42118DB6F}"/>
              </a:ext>
            </a:extLst>
          </p:cNvPr>
          <p:cNvSpPr/>
          <p:nvPr/>
        </p:nvSpPr>
        <p:spPr>
          <a:xfrm>
            <a:off x="1803400" y="3937000"/>
            <a:ext cx="2540000" cy="50800"/>
          </a:xfrm>
          <a:prstGeom prst="rect">
            <a:avLst/>
          </a:prstGeom>
          <a:solidFill>
            <a:srgbClr val="F28E2B"/>
          </a:solidFill>
          <a:ln w="12700" cap="flat" cmpd="sng" algn="ctr">
            <a:solidFill>
              <a:srgbClr val="F28E2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66FA557-69E8-0040-B0C5-4567E8A1E032}"/>
              </a:ext>
            </a:extLst>
          </p:cNvPr>
          <p:cNvSpPr txBox="1"/>
          <p:nvPr/>
        </p:nvSpPr>
        <p:spPr>
          <a:xfrm>
            <a:off x="1041400" y="4470400"/>
            <a:ext cx="4064000" cy="4318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300">
                <a:solidFill>
                  <a:srgbClr val="DDE5EF"/>
                </a:solidFill>
              </a:rPr>
              <a:t>歩行中心　｜　滑らか　｜　予測しやすい</a:t>
            </a:r>
            <a:endParaRPr kumimoji="1" lang="ja-JP" altLang="en-US" sz="1300" dirty="0">
              <a:solidFill>
                <a:srgbClr val="DDE5EF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04550A3-7CC3-EA49-947E-917D21B026D8}"/>
              </a:ext>
            </a:extLst>
          </p:cNvPr>
          <p:cNvSpPr/>
          <p:nvPr/>
        </p:nvSpPr>
        <p:spPr>
          <a:xfrm>
            <a:off x="7086600" y="3149600"/>
            <a:ext cx="1524000" cy="50800"/>
          </a:xfrm>
          <a:prstGeom prst="rect">
            <a:avLst/>
          </a:prstGeom>
          <a:solidFill>
            <a:srgbClr val="4F81BD"/>
          </a:solidFill>
          <a:ln w="12700" cap="flat" cmpd="sng" algn="ctr">
            <a:solidFill>
              <a:srgbClr val="4F81BD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A270226-8088-E545-B384-A9DA42FF2ACD}"/>
              </a:ext>
            </a:extLst>
          </p:cNvPr>
          <p:cNvSpPr/>
          <p:nvPr/>
        </p:nvSpPr>
        <p:spPr>
          <a:xfrm>
            <a:off x="8559800" y="3149600"/>
            <a:ext cx="50800" cy="812800"/>
          </a:xfrm>
          <a:prstGeom prst="rect">
            <a:avLst/>
          </a:prstGeom>
          <a:solidFill>
            <a:srgbClr val="4F81BD"/>
          </a:solidFill>
          <a:ln w="12700" cap="flat" cmpd="sng" algn="ctr">
            <a:solidFill>
              <a:srgbClr val="4F81BD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DEC049C-1BC8-7E49-A5F3-315890038481}"/>
              </a:ext>
            </a:extLst>
          </p:cNvPr>
          <p:cNvSpPr/>
          <p:nvPr/>
        </p:nvSpPr>
        <p:spPr>
          <a:xfrm>
            <a:off x="8559800" y="3911600"/>
            <a:ext cx="2032000" cy="50800"/>
          </a:xfrm>
          <a:prstGeom prst="rect">
            <a:avLst/>
          </a:prstGeom>
          <a:solidFill>
            <a:srgbClr val="4F81BD"/>
          </a:solidFill>
          <a:ln w="12700" cap="flat" cmpd="sng" algn="ctr">
            <a:solidFill>
              <a:srgbClr val="4F81BD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0D5E618-B630-214E-B968-6120D1EEE235}"/>
              </a:ext>
            </a:extLst>
          </p:cNvPr>
          <p:cNvSpPr/>
          <p:nvPr/>
        </p:nvSpPr>
        <p:spPr>
          <a:xfrm>
            <a:off x="7391400" y="3886200"/>
            <a:ext cx="1206500" cy="50800"/>
          </a:xfrm>
          <a:prstGeom prst="rect">
            <a:avLst/>
          </a:prstGeom>
          <a:solidFill>
            <a:srgbClr val="F28E2B"/>
          </a:solidFill>
          <a:ln w="12700" cap="flat" cmpd="sng" algn="ctr">
            <a:solidFill>
              <a:srgbClr val="F28E2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51D9AC2-A492-7E48-8C50-02E267DAAAF1}"/>
              </a:ext>
            </a:extLst>
          </p:cNvPr>
          <p:cNvSpPr/>
          <p:nvPr/>
        </p:nvSpPr>
        <p:spPr>
          <a:xfrm>
            <a:off x="7391400" y="3429000"/>
            <a:ext cx="50800" cy="508000"/>
          </a:xfrm>
          <a:prstGeom prst="rect">
            <a:avLst/>
          </a:prstGeom>
          <a:solidFill>
            <a:srgbClr val="F28E2B"/>
          </a:solidFill>
          <a:ln w="12700" cap="flat" cmpd="sng" algn="ctr">
            <a:solidFill>
              <a:srgbClr val="F28E2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60948D4-F275-3B45-A7B2-F315A91C2A78}"/>
              </a:ext>
            </a:extLst>
          </p:cNvPr>
          <p:cNvSpPr/>
          <p:nvPr/>
        </p:nvSpPr>
        <p:spPr>
          <a:xfrm>
            <a:off x="7391400" y="3378200"/>
            <a:ext cx="2667000" cy="50800"/>
          </a:xfrm>
          <a:prstGeom prst="rect">
            <a:avLst/>
          </a:prstGeom>
          <a:solidFill>
            <a:srgbClr val="F28E2B"/>
          </a:solidFill>
          <a:ln w="12700" cap="flat" cmpd="sng" algn="ctr">
            <a:solidFill>
              <a:srgbClr val="F28E2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EE814F4-D4AA-5F4D-B00E-940EE76F29D8}"/>
              </a:ext>
            </a:extLst>
          </p:cNvPr>
          <p:cNvSpPr txBox="1"/>
          <p:nvPr/>
        </p:nvSpPr>
        <p:spPr>
          <a:xfrm>
            <a:off x="7035800" y="4470400"/>
            <a:ext cx="4191000" cy="4318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300">
                <a:solidFill>
                  <a:srgbClr val="F3DFCF"/>
                </a:solidFill>
              </a:rPr>
              <a:t>急な方向転換　｜　交差・遮蔽　｜　似た外見</a:t>
            </a:r>
            <a:endParaRPr kumimoji="1" lang="ja-JP" altLang="en-US" sz="1300" dirty="0">
              <a:solidFill>
                <a:srgbClr val="F3DFCF"/>
              </a:solidFill>
            </a:endParaRPr>
          </a:p>
        </p:txBody>
      </p:sp>
      <p:sp>
        <p:nvSpPr>
          <p:cNvPr id="23" name="右矢印 22">
            <a:extLst>
              <a:ext uri="{FF2B5EF4-FFF2-40B4-BE49-F238E27FC236}">
                <a16:creationId xmlns:a16="http://schemas.microsoft.com/office/drawing/2014/main" id="{400EAE2F-BBE5-764E-87C7-3DA718673E2B}"/>
              </a:ext>
            </a:extLst>
          </p:cNvPr>
          <p:cNvSpPr/>
          <p:nvPr/>
        </p:nvSpPr>
        <p:spPr>
          <a:xfrm>
            <a:off x="5715000" y="2895600"/>
            <a:ext cx="762000" cy="685800"/>
          </a:xfrm>
          <a:prstGeom prst="rightArrow">
            <a:avLst/>
          </a:prstGeom>
          <a:solidFill>
            <a:srgbClr val="4472C4"/>
          </a:solidFill>
          <a:ln w="254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244CCDD-53BD-FA43-80EF-063EB2D6C859}"/>
              </a:ext>
            </a:extLst>
          </p:cNvPr>
          <p:cNvSpPr txBox="1"/>
          <p:nvPr/>
        </p:nvSpPr>
        <p:spPr>
          <a:xfrm>
            <a:off x="5562600" y="3708400"/>
            <a:ext cx="1066800" cy="6858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200" b="1">
                <a:solidFill>
                  <a:srgbClr val="666666"/>
                </a:solidFill>
              </a:rPr>
              <a:t>追跡の弱点が
現れやすい</a:t>
            </a:r>
            <a:endParaRPr kumimoji="1" lang="ja-JP" altLang="en-US" sz="1200" b="1" dirty="0">
              <a:solidFill>
                <a:srgbClr val="666666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2BE04D1-1967-4046-8FAE-187F0C133000}"/>
              </a:ext>
            </a:extLst>
          </p:cNvPr>
          <p:cNvSpPr/>
          <p:nvPr/>
        </p:nvSpPr>
        <p:spPr>
          <a:xfrm>
            <a:off x="1498600" y="5715000"/>
            <a:ext cx="9194800" cy="609600"/>
          </a:xfrm>
          <a:prstGeom prst="rect">
            <a:avLst/>
          </a:prstGeom>
          <a:solidFill>
            <a:srgbClr val="F2F4F7"/>
          </a:solidFill>
          <a:ln w="12700" cap="flat" cmpd="sng" algn="ctr">
            <a:solidFill>
              <a:srgbClr val="D9DEE7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73A9DCA-994C-504A-BCE1-19A44D01C699}"/>
              </a:ext>
            </a:extLst>
          </p:cNvPr>
          <p:cNvSpPr txBox="1"/>
          <p:nvPr/>
        </p:nvSpPr>
        <p:spPr>
          <a:xfrm>
            <a:off x="1625600" y="5791200"/>
            <a:ext cx="8940800" cy="4572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700" b="1">
                <a:solidFill>
                  <a:srgbClr val="333333"/>
                </a:solidFill>
              </a:rPr>
              <a:t>動きや環境が複雑になるほど、同じ</a:t>
            </a:r>
            <a:r>
              <a:rPr kumimoji="1" lang="en" altLang="ja-JP" sz="1700" b="1">
                <a:solidFill>
                  <a:srgbClr val="333333"/>
                </a:solidFill>
              </a:rPr>
              <a:t>ID</a:t>
            </a:r>
            <a:r>
              <a:rPr kumimoji="1" lang="ja-JP" altLang="en-US" sz="1700" b="1">
                <a:solidFill>
                  <a:srgbClr val="333333"/>
                </a:solidFill>
              </a:rPr>
              <a:t>を保つことが難しくなる</a:t>
            </a:r>
            <a:endParaRPr kumimoji="1" lang="ja-JP" altLang="en-US" sz="1700" b="1" dirty="0">
              <a:solidFill>
                <a:srgbClr val="333333"/>
              </a:solidFill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E7F92D2-74E3-5A45-A691-64D16FA23357}"/>
              </a:ext>
            </a:extLst>
          </p:cNvPr>
          <p:cNvSpPr txBox="1"/>
          <p:nvPr/>
        </p:nvSpPr>
        <p:spPr>
          <a:xfrm>
            <a:off x="1955800" y="6426200"/>
            <a:ext cx="8280400" cy="2540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en-US" altLang="ja-JP" sz="1000">
                <a:solidFill>
                  <a:srgbClr val="777777"/>
                </a:solidFill>
              </a:rPr>
              <a:t>※</a:t>
            </a:r>
            <a:r>
              <a:rPr kumimoji="1" lang="ja-JP" altLang="en-US" sz="1000">
                <a:solidFill>
                  <a:srgbClr val="777777"/>
                </a:solidFill>
              </a:rPr>
              <a:t>「簡単／実社会」ではなく、追跡アルゴリズムを比較するための異なる条件</a:t>
            </a:r>
            <a:endParaRPr kumimoji="1" lang="ja-JP" altLang="en-US" sz="1000" dirty="0">
              <a:solidFill>
                <a:srgbClr val="77777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518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4CF8D2-0A2C-D547-E4D8-56BAB45DB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人には簡単でも、</a:t>
            </a:r>
            <a:r>
              <a:rPr kumimoji="1" lang="en" altLang="ja-JP"/>
              <a:t>AI</a:t>
            </a:r>
            <a:r>
              <a:rPr kumimoji="1" lang="ja-JP" altLang="en-US"/>
              <a:t>には難しい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2B238C9-14F1-0D45-9D96-5E9FA7D779D6}"/>
              </a:ext>
            </a:extLst>
          </p:cNvPr>
          <p:cNvSpPr/>
          <p:nvPr/>
        </p:nvSpPr>
        <p:spPr>
          <a:xfrm>
            <a:off x="1041400" y="965200"/>
            <a:ext cx="2387600" cy="381000"/>
          </a:xfrm>
          <a:prstGeom prst="rect">
            <a:avLst/>
          </a:prstGeom>
          <a:solidFill>
            <a:srgbClr val="F2F4F7"/>
          </a:solidFill>
          <a:ln w="12700" cap="flat" cmpd="sng" algn="ctr">
            <a:solidFill>
              <a:srgbClr val="D9DEE7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B7B3782-7598-4E47-91A0-E7192F64D4EF}"/>
              </a:ext>
            </a:extLst>
          </p:cNvPr>
          <p:cNvSpPr txBox="1"/>
          <p:nvPr/>
        </p:nvSpPr>
        <p:spPr>
          <a:xfrm>
            <a:off x="1092200" y="10160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300" b="1">
                <a:solidFill>
                  <a:srgbClr val="555555"/>
                </a:solidFill>
              </a:rPr>
              <a:t>急な方向転換</a:t>
            </a:r>
            <a:endParaRPr kumimoji="1" lang="ja-JP" altLang="en-US" sz="1300" b="1" dirty="0">
              <a:solidFill>
                <a:srgbClr val="555555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E25B410-8A71-4C42-AFF3-AD8427CF96DF}"/>
              </a:ext>
            </a:extLst>
          </p:cNvPr>
          <p:cNvSpPr/>
          <p:nvPr/>
        </p:nvSpPr>
        <p:spPr>
          <a:xfrm>
            <a:off x="3606800" y="965200"/>
            <a:ext cx="2387600" cy="381000"/>
          </a:xfrm>
          <a:prstGeom prst="rect">
            <a:avLst/>
          </a:prstGeom>
          <a:solidFill>
            <a:srgbClr val="F2F4F7"/>
          </a:solidFill>
          <a:ln w="12700" cap="flat" cmpd="sng" algn="ctr">
            <a:solidFill>
              <a:srgbClr val="D9DEE7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C96E2E8-CAA7-6541-BCA1-884C923A27F2}"/>
              </a:ext>
            </a:extLst>
          </p:cNvPr>
          <p:cNvSpPr txBox="1"/>
          <p:nvPr/>
        </p:nvSpPr>
        <p:spPr>
          <a:xfrm>
            <a:off x="3657600" y="10160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300" b="1">
                <a:solidFill>
                  <a:srgbClr val="555555"/>
                </a:solidFill>
              </a:rPr>
              <a:t>遮蔽</a:t>
            </a:r>
            <a:endParaRPr kumimoji="1" lang="ja-JP" altLang="en-US" sz="1300" b="1" dirty="0">
              <a:solidFill>
                <a:srgbClr val="555555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67C12C7-1A54-C444-832D-81B7E8F5E48E}"/>
              </a:ext>
            </a:extLst>
          </p:cNvPr>
          <p:cNvSpPr/>
          <p:nvPr/>
        </p:nvSpPr>
        <p:spPr>
          <a:xfrm>
            <a:off x="6172200" y="965200"/>
            <a:ext cx="2387600" cy="381000"/>
          </a:xfrm>
          <a:prstGeom prst="rect">
            <a:avLst/>
          </a:prstGeom>
          <a:solidFill>
            <a:srgbClr val="F2F4F7"/>
          </a:solidFill>
          <a:ln w="12700" cap="flat" cmpd="sng" algn="ctr">
            <a:solidFill>
              <a:srgbClr val="D9DEE7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A08645-E8C9-C944-84FA-8CBDA9477B58}"/>
              </a:ext>
            </a:extLst>
          </p:cNvPr>
          <p:cNvSpPr txBox="1"/>
          <p:nvPr/>
        </p:nvSpPr>
        <p:spPr>
          <a:xfrm>
            <a:off x="6223000" y="10160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300" b="1">
                <a:solidFill>
                  <a:srgbClr val="555555"/>
                </a:solidFill>
              </a:rPr>
              <a:t>人物同士の交差</a:t>
            </a:r>
            <a:endParaRPr kumimoji="1" lang="ja-JP" altLang="en-US" sz="1300" b="1" dirty="0">
              <a:solidFill>
                <a:srgbClr val="555555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9D0E26D-5B4E-7E46-95FC-5B8DB824062A}"/>
              </a:ext>
            </a:extLst>
          </p:cNvPr>
          <p:cNvSpPr/>
          <p:nvPr/>
        </p:nvSpPr>
        <p:spPr>
          <a:xfrm>
            <a:off x="8737600" y="965200"/>
            <a:ext cx="2387600" cy="381000"/>
          </a:xfrm>
          <a:prstGeom prst="rect">
            <a:avLst/>
          </a:prstGeom>
          <a:solidFill>
            <a:srgbClr val="F2F4F7"/>
          </a:solidFill>
          <a:ln w="12700" cap="flat" cmpd="sng" algn="ctr">
            <a:solidFill>
              <a:srgbClr val="D9DEE7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CB77D6A-AA3D-D147-AC19-D7ACBE679541}"/>
              </a:ext>
            </a:extLst>
          </p:cNvPr>
          <p:cNvSpPr txBox="1"/>
          <p:nvPr/>
        </p:nvSpPr>
        <p:spPr>
          <a:xfrm>
            <a:off x="8788400" y="10160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300" b="1">
                <a:solidFill>
                  <a:srgbClr val="555555"/>
                </a:solidFill>
              </a:rPr>
              <a:t>似た外見</a:t>
            </a:r>
            <a:endParaRPr kumimoji="1" lang="ja-JP" altLang="en-US" sz="1300" b="1" dirty="0">
              <a:solidFill>
                <a:srgbClr val="555555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134EB50-68E3-C546-843F-15A77B0C002C}"/>
              </a:ext>
            </a:extLst>
          </p:cNvPr>
          <p:cNvSpPr/>
          <p:nvPr/>
        </p:nvSpPr>
        <p:spPr>
          <a:xfrm>
            <a:off x="889000" y="1498600"/>
            <a:ext cx="10414000" cy="3860800"/>
          </a:xfrm>
          <a:prstGeom prst="rect">
            <a:avLst/>
          </a:prstGeom>
          <a:solidFill>
            <a:srgbClr val="242B35"/>
          </a:solidFill>
          <a:ln w="12700" cap="flat" cmpd="sng" algn="ctr">
            <a:solidFill>
              <a:srgbClr val="242B3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A283808-4B24-5E4B-88F9-1A497A0C0F32}"/>
              </a:ext>
            </a:extLst>
          </p:cNvPr>
          <p:cNvSpPr txBox="1"/>
          <p:nvPr/>
        </p:nvSpPr>
        <p:spPr>
          <a:xfrm>
            <a:off x="1371600" y="16510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300" b="1">
                <a:solidFill>
                  <a:srgbClr val="DDE5EF"/>
                </a:solidFill>
              </a:rPr>
              <a:t>交差前</a:t>
            </a:r>
            <a:endParaRPr kumimoji="1" lang="ja-JP" altLang="en-US" sz="1300" b="1" dirty="0">
              <a:solidFill>
                <a:srgbClr val="DDE5EF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31D1047-2B07-BE41-AAC9-07ED27D942AE}"/>
              </a:ext>
            </a:extLst>
          </p:cNvPr>
          <p:cNvSpPr txBox="1"/>
          <p:nvPr/>
        </p:nvSpPr>
        <p:spPr>
          <a:xfrm>
            <a:off x="4826000" y="16510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300" b="1">
                <a:solidFill>
                  <a:srgbClr val="DDE5EF"/>
                </a:solidFill>
              </a:rPr>
              <a:t>交差・遮蔽</a:t>
            </a:r>
            <a:endParaRPr kumimoji="1" lang="ja-JP" altLang="en-US" sz="1300" b="1" dirty="0">
              <a:solidFill>
                <a:srgbClr val="DDE5EF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B4711B1-172F-2049-ADBE-EE206E9506A4}"/>
              </a:ext>
            </a:extLst>
          </p:cNvPr>
          <p:cNvSpPr txBox="1"/>
          <p:nvPr/>
        </p:nvSpPr>
        <p:spPr>
          <a:xfrm>
            <a:off x="8280400" y="16510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300" b="1">
                <a:solidFill>
                  <a:srgbClr val="DDE5EF"/>
                </a:solidFill>
              </a:rPr>
              <a:t>交差後</a:t>
            </a:r>
            <a:endParaRPr kumimoji="1" lang="ja-JP" altLang="en-US" sz="1300" b="1" dirty="0">
              <a:solidFill>
                <a:srgbClr val="DDE5EF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1AD771E-BB2E-A94E-BDE8-A847007F17B2}"/>
              </a:ext>
            </a:extLst>
          </p:cNvPr>
          <p:cNvSpPr/>
          <p:nvPr/>
        </p:nvSpPr>
        <p:spPr>
          <a:xfrm>
            <a:off x="4318000" y="1905000"/>
            <a:ext cx="25400" cy="3111500"/>
          </a:xfrm>
          <a:prstGeom prst="rect">
            <a:avLst/>
          </a:prstGeom>
          <a:solidFill>
            <a:srgbClr val="56616F"/>
          </a:solidFill>
          <a:ln w="12700" cap="flat" cmpd="sng" algn="ctr">
            <a:solidFill>
              <a:srgbClr val="56616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54B5813-4137-B34E-9BBE-1D11D5EAA4C7}"/>
              </a:ext>
            </a:extLst>
          </p:cNvPr>
          <p:cNvSpPr/>
          <p:nvPr/>
        </p:nvSpPr>
        <p:spPr>
          <a:xfrm>
            <a:off x="7848600" y="1905000"/>
            <a:ext cx="25400" cy="3111500"/>
          </a:xfrm>
          <a:prstGeom prst="rect">
            <a:avLst/>
          </a:prstGeom>
          <a:solidFill>
            <a:srgbClr val="56616F"/>
          </a:solidFill>
          <a:ln w="12700" cap="flat" cmpd="sng" algn="ctr">
            <a:solidFill>
              <a:srgbClr val="56616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F0C9765-D86E-CD47-8F7E-91FD15886ACF}"/>
              </a:ext>
            </a:extLst>
          </p:cNvPr>
          <p:cNvSpPr/>
          <p:nvPr/>
        </p:nvSpPr>
        <p:spPr>
          <a:xfrm>
            <a:off x="1524000" y="2336800"/>
            <a:ext cx="939800" cy="1905000"/>
          </a:xfrm>
          <a:prstGeom prst="rect">
            <a:avLst/>
          </a:prstGeom>
          <a:solidFill>
            <a:srgbClr val="242B35"/>
          </a:solidFill>
          <a:ln w="38100" cap="flat" cmpd="sng" algn="ctr">
            <a:solidFill>
              <a:srgbClr val="4F81BD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B17862B-D35E-9443-B365-985B8D95D567}"/>
              </a:ext>
            </a:extLst>
          </p:cNvPr>
          <p:cNvSpPr/>
          <p:nvPr/>
        </p:nvSpPr>
        <p:spPr>
          <a:xfrm>
            <a:off x="1524000" y="2057400"/>
            <a:ext cx="660400" cy="279400"/>
          </a:xfrm>
          <a:prstGeom prst="rect">
            <a:avLst/>
          </a:prstGeom>
          <a:solidFill>
            <a:srgbClr val="4F81BD"/>
          </a:solidFill>
          <a:ln w="12700" cap="flat" cmpd="sng" algn="ctr">
            <a:solidFill>
              <a:srgbClr val="4F81BD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8C5B26E-E44D-9B48-A8B4-026B15DD6D25}"/>
              </a:ext>
            </a:extLst>
          </p:cNvPr>
          <p:cNvSpPr txBox="1"/>
          <p:nvPr/>
        </p:nvSpPr>
        <p:spPr>
          <a:xfrm>
            <a:off x="1524000" y="2057400"/>
            <a:ext cx="660400" cy="2794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en" altLang="ja-JP" sz="1000" b="1">
                <a:solidFill>
                  <a:srgbClr val="FFFFFF"/>
                </a:solidFill>
              </a:rPr>
              <a:t>ID 3</a:t>
            </a:r>
            <a:endParaRPr kumimoji="1" lang="ja-JP" altLang="en-US" sz="1000" b="1" dirty="0">
              <a:solidFill>
                <a:srgbClr val="FFFFFF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BD39A1B-69BD-F04E-B656-F3BAB8CED3F4}"/>
              </a:ext>
            </a:extLst>
          </p:cNvPr>
          <p:cNvSpPr txBox="1"/>
          <p:nvPr/>
        </p:nvSpPr>
        <p:spPr>
          <a:xfrm>
            <a:off x="1524000" y="4318000"/>
            <a:ext cx="939800" cy="2794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100">
                <a:solidFill>
                  <a:srgbClr val="DDE5EF"/>
                </a:solidFill>
              </a:rPr>
              <a:t>人物</a:t>
            </a:r>
            <a:r>
              <a:rPr kumimoji="1" lang="en" altLang="ja-JP" sz="1100">
                <a:solidFill>
                  <a:srgbClr val="DDE5EF"/>
                </a:solidFill>
              </a:rPr>
              <a:t>A</a:t>
            </a:r>
            <a:endParaRPr kumimoji="1" lang="ja-JP" altLang="en-US" sz="1100" dirty="0">
              <a:solidFill>
                <a:srgbClr val="DDE5EF"/>
              </a:solidFill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0A15993-C6F7-4945-AB06-553647897F38}"/>
              </a:ext>
            </a:extLst>
          </p:cNvPr>
          <p:cNvSpPr/>
          <p:nvPr/>
        </p:nvSpPr>
        <p:spPr>
          <a:xfrm>
            <a:off x="2921000" y="2590800"/>
            <a:ext cx="939800" cy="1905000"/>
          </a:xfrm>
          <a:prstGeom prst="rect">
            <a:avLst/>
          </a:prstGeom>
          <a:solidFill>
            <a:srgbClr val="242B35"/>
          </a:solidFill>
          <a:ln w="38100" cap="flat" cmpd="sng" algn="ctr">
            <a:solidFill>
              <a:srgbClr val="F28E2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5EAF56C-B81B-4747-A5A2-5EBA492C2AD1}"/>
              </a:ext>
            </a:extLst>
          </p:cNvPr>
          <p:cNvSpPr/>
          <p:nvPr/>
        </p:nvSpPr>
        <p:spPr>
          <a:xfrm>
            <a:off x="2921000" y="2311400"/>
            <a:ext cx="660400" cy="279400"/>
          </a:xfrm>
          <a:prstGeom prst="rect">
            <a:avLst/>
          </a:prstGeom>
          <a:solidFill>
            <a:srgbClr val="F28E2B"/>
          </a:solidFill>
          <a:ln w="12700" cap="flat" cmpd="sng" algn="ctr">
            <a:solidFill>
              <a:srgbClr val="F28E2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F6A503D-2CBF-EE41-8B89-A63AE728ED69}"/>
              </a:ext>
            </a:extLst>
          </p:cNvPr>
          <p:cNvSpPr txBox="1"/>
          <p:nvPr/>
        </p:nvSpPr>
        <p:spPr>
          <a:xfrm>
            <a:off x="2921000" y="2311400"/>
            <a:ext cx="660400" cy="2794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en" altLang="ja-JP" sz="1000" b="1">
                <a:solidFill>
                  <a:srgbClr val="FFFFFF"/>
                </a:solidFill>
              </a:rPr>
              <a:t>ID 8</a:t>
            </a:r>
            <a:endParaRPr kumimoji="1" lang="ja-JP" altLang="en-US" sz="1000" b="1" dirty="0">
              <a:solidFill>
                <a:srgbClr val="FFFFFF"/>
              </a:solidFill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2655AD7-BA13-894B-9F23-F0C9D25F2E43}"/>
              </a:ext>
            </a:extLst>
          </p:cNvPr>
          <p:cNvSpPr txBox="1"/>
          <p:nvPr/>
        </p:nvSpPr>
        <p:spPr>
          <a:xfrm>
            <a:off x="2921000" y="4572000"/>
            <a:ext cx="939800" cy="2794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100">
                <a:solidFill>
                  <a:srgbClr val="DDE5EF"/>
                </a:solidFill>
              </a:rPr>
              <a:t>人物</a:t>
            </a:r>
            <a:r>
              <a:rPr kumimoji="1" lang="en" altLang="ja-JP" sz="1100">
                <a:solidFill>
                  <a:srgbClr val="DDE5EF"/>
                </a:solidFill>
              </a:rPr>
              <a:t>B</a:t>
            </a:r>
            <a:endParaRPr kumimoji="1" lang="ja-JP" altLang="en-US" sz="1100" dirty="0">
              <a:solidFill>
                <a:srgbClr val="DDE5EF"/>
              </a:solidFill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781F6D6-8E64-954E-9E1C-497C52B175BE}"/>
              </a:ext>
            </a:extLst>
          </p:cNvPr>
          <p:cNvSpPr/>
          <p:nvPr/>
        </p:nvSpPr>
        <p:spPr>
          <a:xfrm>
            <a:off x="5334000" y="2476500"/>
            <a:ext cx="1117600" cy="1905000"/>
          </a:xfrm>
          <a:prstGeom prst="rect">
            <a:avLst/>
          </a:prstGeom>
          <a:solidFill>
            <a:srgbClr val="242B35"/>
          </a:solidFill>
          <a:ln w="38100" cap="flat" cmpd="sng" algn="ctr">
            <a:solidFill>
              <a:srgbClr val="4F81BD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5EAF80E9-A402-6C41-87A7-F1DD1D1C0818}"/>
              </a:ext>
            </a:extLst>
          </p:cNvPr>
          <p:cNvSpPr/>
          <p:nvPr/>
        </p:nvSpPr>
        <p:spPr>
          <a:xfrm>
            <a:off x="5918200" y="2349500"/>
            <a:ext cx="1117600" cy="1905000"/>
          </a:xfrm>
          <a:prstGeom prst="rect">
            <a:avLst/>
          </a:prstGeom>
          <a:solidFill>
            <a:srgbClr val="242B35"/>
          </a:solidFill>
          <a:ln w="38100" cap="flat" cmpd="sng" algn="ctr">
            <a:solidFill>
              <a:srgbClr val="F28E2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EECDFD8-ED45-3140-B9AD-7228467453D5}"/>
              </a:ext>
            </a:extLst>
          </p:cNvPr>
          <p:cNvSpPr txBox="1"/>
          <p:nvPr/>
        </p:nvSpPr>
        <p:spPr>
          <a:xfrm>
            <a:off x="5461000" y="4419600"/>
            <a:ext cx="1447800" cy="3048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100" b="1">
                <a:solidFill>
                  <a:srgbClr val="F3DFCF"/>
                </a:solidFill>
              </a:rPr>
              <a:t>見えにくい</a:t>
            </a:r>
            <a:endParaRPr kumimoji="1" lang="ja-JP" altLang="en-US" sz="1100" b="1" dirty="0">
              <a:solidFill>
                <a:srgbClr val="F3DFCF"/>
              </a:solidFill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3A811FB6-712F-2A4E-AB51-AC8BC97018E0}"/>
              </a:ext>
            </a:extLst>
          </p:cNvPr>
          <p:cNvSpPr/>
          <p:nvPr/>
        </p:nvSpPr>
        <p:spPr>
          <a:xfrm>
            <a:off x="8356600" y="2590800"/>
            <a:ext cx="939800" cy="1905000"/>
          </a:xfrm>
          <a:prstGeom prst="rect">
            <a:avLst/>
          </a:prstGeom>
          <a:solidFill>
            <a:srgbClr val="242B35"/>
          </a:solidFill>
          <a:ln w="38100" cap="flat" cmpd="sng" algn="ctr">
            <a:solidFill>
              <a:srgbClr val="F28E2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D129D865-2F48-104C-8E70-23EED0157F6A}"/>
              </a:ext>
            </a:extLst>
          </p:cNvPr>
          <p:cNvSpPr/>
          <p:nvPr/>
        </p:nvSpPr>
        <p:spPr>
          <a:xfrm>
            <a:off x="8356600" y="2311400"/>
            <a:ext cx="660400" cy="279400"/>
          </a:xfrm>
          <a:prstGeom prst="rect">
            <a:avLst/>
          </a:prstGeom>
          <a:solidFill>
            <a:srgbClr val="F28E2B"/>
          </a:solidFill>
          <a:ln w="12700" cap="flat" cmpd="sng" algn="ctr">
            <a:solidFill>
              <a:srgbClr val="F28E2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56FA5123-69CD-A346-AD24-C06F46A1F5EB}"/>
              </a:ext>
            </a:extLst>
          </p:cNvPr>
          <p:cNvSpPr txBox="1"/>
          <p:nvPr/>
        </p:nvSpPr>
        <p:spPr>
          <a:xfrm>
            <a:off x="8356600" y="2311400"/>
            <a:ext cx="660400" cy="2794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en" altLang="ja-JP" sz="1000" b="1">
                <a:solidFill>
                  <a:srgbClr val="FFFFFF"/>
                </a:solidFill>
              </a:rPr>
              <a:t>ID 8</a:t>
            </a:r>
            <a:endParaRPr kumimoji="1" lang="ja-JP" altLang="en-US" sz="1000" b="1" dirty="0">
              <a:solidFill>
                <a:srgbClr val="FFFFFF"/>
              </a:solidFill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A7276CF-5500-7941-9CFF-F3E262941133}"/>
              </a:ext>
            </a:extLst>
          </p:cNvPr>
          <p:cNvSpPr txBox="1"/>
          <p:nvPr/>
        </p:nvSpPr>
        <p:spPr>
          <a:xfrm>
            <a:off x="8356600" y="4572000"/>
            <a:ext cx="939800" cy="2794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100">
                <a:solidFill>
                  <a:srgbClr val="DDE5EF"/>
                </a:solidFill>
              </a:rPr>
              <a:t>人物</a:t>
            </a:r>
            <a:r>
              <a:rPr kumimoji="1" lang="en" altLang="ja-JP" sz="1100">
                <a:solidFill>
                  <a:srgbClr val="DDE5EF"/>
                </a:solidFill>
              </a:rPr>
              <a:t>A</a:t>
            </a:r>
            <a:endParaRPr kumimoji="1" lang="ja-JP" altLang="en-US" sz="1100" dirty="0">
              <a:solidFill>
                <a:srgbClr val="DDE5EF"/>
              </a:solidFill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30DF8762-B28A-8344-9B7C-263061AD78EC}"/>
              </a:ext>
            </a:extLst>
          </p:cNvPr>
          <p:cNvSpPr/>
          <p:nvPr/>
        </p:nvSpPr>
        <p:spPr>
          <a:xfrm>
            <a:off x="9779000" y="2336800"/>
            <a:ext cx="939800" cy="1905000"/>
          </a:xfrm>
          <a:prstGeom prst="rect">
            <a:avLst/>
          </a:prstGeom>
          <a:solidFill>
            <a:srgbClr val="242B35"/>
          </a:solidFill>
          <a:ln w="38100" cap="flat" cmpd="sng" algn="ctr">
            <a:solidFill>
              <a:srgbClr val="4F81BD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73EC5A37-3FCF-3344-AB79-4B40F4FACCE3}"/>
              </a:ext>
            </a:extLst>
          </p:cNvPr>
          <p:cNvSpPr/>
          <p:nvPr/>
        </p:nvSpPr>
        <p:spPr>
          <a:xfrm>
            <a:off x="9779000" y="2057400"/>
            <a:ext cx="660400" cy="279400"/>
          </a:xfrm>
          <a:prstGeom prst="rect">
            <a:avLst/>
          </a:prstGeom>
          <a:solidFill>
            <a:srgbClr val="4F81BD"/>
          </a:solidFill>
          <a:ln w="12700" cap="flat" cmpd="sng" algn="ctr">
            <a:solidFill>
              <a:srgbClr val="4F81BD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766F70B6-209C-3B45-8F4C-3E7DEA924559}"/>
              </a:ext>
            </a:extLst>
          </p:cNvPr>
          <p:cNvSpPr txBox="1"/>
          <p:nvPr/>
        </p:nvSpPr>
        <p:spPr>
          <a:xfrm>
            <a:off x="9779000" y="2057400"/>
            <a:ext cx="660400" cy="2794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en" altLang="ja-JP" sz="1000" b="1">
                <a:solidFill>
                  <a:srgbClr val="FFFFFF"/>
                </a:solidFill>
              </a:rPr>
              <a:t>ID 3</a:t>
            </a:r>
            <a:endParaRPr kumimoji="1" lang="ja-JP" altLang="en-US" sz="1000" b="1" dirty="0">
              <a:solidFill>
                <a:srgbClr val="FFFFFF"/>
              </a:solidFill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AF31510D-31DA-9849-A2E7-3E8EDD773254}"/>
              </a:ext>
            </a:extLst>
          </p:cNvPr>
          <p:cNvSpPr txBox="1"/>
          <p:nvPr/>
        </p:nvSpPr>
        <p:spPr>
          <a:xfrm>
            <a:off x="9779000" y="4318000"/>
            <a:ext cx="939800" cy="2794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100">
                <a:solidFill>
                  <a:srgbClr val="DDE5EF"/>
                </a:solidFill>
              </a:rPr>
              <a:t>人物</a:t>
            </a:r>
            <a:r>
              <a:rPr kumimoji="1" lang="en" altLang="ja-JP" sz="1100">
                <a:solidFill>
                  <a:srgbClr val="DDE5EF"/>
                </a:solidFill>
              </a:rPr>
              <a:t>B</a:t>
            </a:r>
            <a:endParaRPr kumimoji="1" lang="ja-JP" altLang="en-US" sz="1100" dirty="0">
              <a:solidFill>
                <a:srgbClr val="DDE5EF"/>
              </a:solidFill>
            </a:endParaRPr>
          </a:p>
        </p:txBody>
      </p:sp>
      <p:sp>
        <p:nvSpPr>
          <p:cNvPr id="37" name="右矢印 36">
            <a:extLst>
              <a:ext uri="{FF2B5EF4-FFF2-40B4-BE49-F238E27FC236}">
                <a16:creationId xmlns:a16="http://schemas.microsoft.com/office/drawing/2014/main" id="{F62670E3-7C65-9847-A2F0-B6FB42A732DD}"/>
              </a:ext>
            </a:extLst>
          </p:cNvPr>
          <p:cNvSpPr/>
          <p:nvPr/>
        </p:nvSpPr>
        <p:spPr>
          <a:xfrm>
            <a:off x="4445000" y="3124200"/>
            <a:ext cx="685800" cy="457200"/>
          </a:xfrm>
          <a:prstGeom prst="rightArrow">
            <a:avLst/>
          </a:prstGeom>
          <a:solidFill>
            <a:srgbClr val="8392A5"/>
          </a:solidFill>
          <a:ln w="254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8" name="右矢印 37">
            <a:extLst>
              <a:ext uri="{FF2B5EF4-FFF2-40B4-BE49-F238E27FC236}">
                <a16:creationId xmlns:a16="http://schemas.microsoft.com/office/drawing/2014/main" id="{B4A4974E-70BD-D945-BE29-EAA8899DFF5E}"/>
              </a:ext>
            </a:extLst>
          </p:cNvPr>
          <p:cNvSpPr/>
          <p:nvPr/>
        </p:nvSpPr>
        <p:spPr>
          <a:xfrm>
            <a:off x="7188200" y="3124200"/>
            <a:ext cx="533400" cy="457200"/>
          </a:xfrm>
          <a:prstGeom prst="rightArrow">
            <a:avLst/>
          </a:prstGeom>
          <a:solidFill>
            <a:srgbClr val="8392A5"/>
          </a:solidFill>
          <a:ln w="254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487FAC0A-ADAE-AD4C-B81B-B6DC4EE1687D}"/>
              </a:ext>
            </a:extLst>
          </p:cNvPr>
          <p:cNvSpPr/>
          <p:nvPr/>
        </p:nvSpPr>
        <p:spPr>
          <a:xfrm>
            <a:off x="4445000" y="4940300"/>
            <a:ext cx="3276600" cy="304800"/>
          </a:xfrm>
          <a:prstGeom prst="rect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854A71A8-6A95-3C4F-B885-64BABC994C81}"/>
              </a:ext>
            </a:extLst>
          </p:cNvPr>
          <p:cNvSpPr txBox="1"/>
          <p:nvPr/>
        </p:nvSpPr>
        <p:spPr>
          <a:xfrm>
            <a:off x="4495800" y="49530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en" altLang="ja-JP" sz="1100" b="1">
                <a:solidFill>
                  <a:srgbClr val="FFFFFF"/>
                </a:solidFill>
              </a:rPr>
              <a:t>ID Switch</a:t>
            </a:r>
            <a:r>
              <a:rPr kumimoji="1" lang="ja-JP" altLang="en" sz="1100" b="1">
                <a:solidFill>
                  <a:srgbClr val="FFFFFF"/>
                </a:solidFill>
              </a:rPr>
              <a:t>：</a:t>
            </a:r>
            <a:r>
              <a:rPr kumimoji="1" lang="ja-JP" altLang="en-US" sz="1100" b="1">
                <a:solidFill>
                  <a:srgbClr val="FFFFFF"/>
                </a:solidFill>
              </a:rPr>
              <a:t>人と</a:t>
            </a:r>
            <a:r>
              <a:rPr kumimoji="1" lang="en" altLang="ja-JP" sz="1100" b="1">
                <a:solidFill>
                  <a:srgbClr val="FFFFFF"/>
                </a:solidFill>
              </a:rPr>
              <a:t>ID</a:t>
            </a:r>
            <a:r>
              <a:rPr kumimoji="1" lang="ja-JP" altLang="en-US" sz="1100" b="1">
                <a:solidFill>
                  <a:srgbClr val="FFFFFF"/>
                </a:solidFill>
              </a:rPr>
              <a:t>の対応が入れ替わる</a:t>
            </a:r>
            <a:endParaRPr kumimoji="1" lang="ja-JP" altLang="en-US" sz="1100" b="1" dirty="0">
              <a:solidFill>
                <a:srgbClr val="FFFFFF"/>
              </a:solidFill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D0D38EEF-0846-5D4B-BA59-85148C8CC844}"/>
              </a:ext>
            </a:extLst>
          </p:cNvPr>
          <p:cNvSpPr/>
          <p:nvPr/>
        </p:nvSpPr>
        <p:spPr>
          <a:xfrm>
            <a:off x="1219200" y="5664200"/>
            <a:ext cx="9753600" cy="584200"/>
          </a:xfrm>
          <a:prstGeom prst="rect">
            <a:avLst/>
          </a:prstGeom>
          <a:solidFill>
            <a:srgbClr val="DCE6F1"/>
          </a:solidFill>
          <a:ln w="12700" cap="flat" cmpd="sng" algn="ctr">
            <a:solidFill>
              <a:srgbClr val="B4C7E7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7D3206B8-B6EF-4148-8570-99AA41E6FA7F}"/>
              </a:ext>
            </a:extLst>
          </p:cNvPr>
          <p:cNvSpPr txBox="1"/>
          <p:nvPr/>
        </p:nvSpPr>
        <p:spPr>
          <a:xfrm>
            <a:off x="1346200" y="5727700"/>
            <a:ext cx="9499600" cy="4572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700" b="1">
                <a:solidFill>
                  <a:srgbClr val="244062"/>
                </a:solidFill>
              </a:rPr>
              <a:t>人間には“同じ人”と分かっても、</a:t>
            </a:r>
            <a:r>
              <a:rPr kumimoji="1" lang="en" altLang="ja-JP" sz="1700" b="1">
                <a:solidFill>
                  <a:srgbClr val="244062"/>
                </a:solidFill>
              </a:rPr>
              <a:t>AI</a:t>
            </a:r>
            <a:r>
              <a:rPr kumimoji="1" lang="ja-JP" altLang="en-US" sz="1700" b="1">
                <a:solidFill>
                  <a:srgbClr val="244062"/>
                </a:solidFill>
              </a:rPr>
              <a:t>は</a:t>
            </a:r>
            <a:r>
              <a:rPr kumimoji="1" lang="en" altLang="ja-JP" sz="1700" b="1">
                <a:solidFill>
                  <a:srgbClr val="244062"/>
                </a:solidFill>
              </a:rPr>
              <a:t>ID</a:t>
            </a:r>
            <a:r>
              <a:rPr kumimoji="1" lang="ja-JP" altLang="en-US" sz="1700" b="1">
                <a:solidFill>
                  <a:srgbClr val="244062"/>
                </a:solidFill>
              </a:rPr>
              <a:t>を取り違えることがある</a:t>
            </a:r>
            <a:endParaRPr kumimoji="1" lang="ja-JP" altLang="en-US" sz="1700" b="1" dirty="0">
              <a:solidFill>
                <a:srgbClr val="244062"/>
              </a:solidFill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DAA1426-ACCE-994F-BBC0-5FDBF38E24C4}"/>
              </a:ext>
            </a:extLst>
          </p:cNvPr>
          <p:cNvSpPr txBox="1"/>
          <p:nvPr/>
        </p:nvSpPr>
        <p:spPr>
          <a:xfrm>
            <a:off x="2413000" y="6375400"/>
            <a:ext cx="7366000" cy="3048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400" b="1">
                <a:solidFill>
                  <a:srgbClr val="666666"/>
                </a:solidFill>
              </a:rPr>
              <a:t>研究：複雑な動きでも、</a:t>
            </a:r>
            <a:r>
              <a:rPr kumimoji="1" lang="en" altLang="ja-JP" sz="1400" b="1">
                <a:solidFill>
                  <a:srgbClr val="666666"/>
                </a:solidFill>
              </a:rPr>
              <a:t>ID</a:t>
            </a:r>
            <a:r>
              <a:rPr kumimoji="1" lang="ja-JP" altLang="en-US" sz="1400" b="1">
                <a:solidFill>
                  <a:srgbClr val="666666"/>
                </a:solidFill>
              </a:rPr>
              <a:t>を安定して維持する追跡手法へ</a:t>
            </a:r>
            <a:endParaRPr kumimoji="1" lang="ja-JP" altLang="en-US" sz="1400" b="1" dirty="0">
              <a:solidFill>
                <a:srgbClr val="66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103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4CF8D2-0A2C-D547-E4D8-56BAB45DB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より制約の少ない環境で使える追跡へ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B695DE0-BB7A-984F-B10C-AD9FC349E5C9}"/>
              </a:ext>
            </a:extLst>
          </p:cNvPr>
          <p:cNvSpPr txBox="1"/>
          <p:nvPr/>
        </p:nvSpPr>
        <p:spPr>
          <a:xfrm>
            <a:off x="2413000" y="965200"/>
            <a:ext cx="7366000" cy="3302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500">
                <a:solidFill>
                  <a:srgbClr val="666666"/>
                </a:solidFill>
              </a:rPr>
              <a:t>価値は、新しい用途を無理に作ることではなく</a:t>
            </a:r>
            <a:r>
              <a:rPr kumimoji="1" lang="en-US" altLang="ja-JP" sz="1500">
                <a:solidFill>
                  <a:srgbClr val="666666"/>
                </a:solidFill>
              </a:rPr>
              <a:t>——</a:t>
            </a:r>
            <a:endParaRPr kumimoji="1" lang="ja-JP" altLang="en-US" sz="1500" dirty="0">
              <a:solidFill>
                <a:srgbClr val="666666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2ED5106-ED54-E441-ACCA-04411E85B4F6}"/>
              </a:ext>
            </a:extLst>
          </p:cNvPr>
          <p:cNvSpPr/>
          <p:nvPr/>
        </p:nvSpPr>
        <p:spPr>
          <a:xfrm>
            <a:off x="736600" y="1524000"/>
            <a:ext cx="4191000" cy="3556000"/>
          </a:xfrm>
          <a:prstGeom prst="rect">
            <a:avLst/>
          </a:prstGeom>
          <a:solidFill>
            <a:srgbClr val="F7F8FA"/>
          </a:solidFill>
          <a:ln w="12700" cap="flat" cmpd="sng" algn="ctr">
            <a:solidFill>
              <a:srgbClr val="D9DEE7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303792B-48EE-8E41-AF3D-98B24871BFF1}"/>
              </a:ext>
            </a:extLst>
          </p:cNvPr>
          <p:cNvSpPr/>
          <p:nvPr/>
        </p:nvSpPr>
        <p:spPr>
          <a:xfrm>
            <a:off x="736600" y="1524000"/>
            <a:ext cx="4191000" cy="660400"/>
          </a:xfrm>
          <a:prstGeom prst="rect">
            <a:avLst/>
          </a:prstGeom>
          <a:solidFill>
            <a:srgbClr val="5B6573"/>
          </a:solidFill>
          <a:ln w="12700" cap="flat" cmpd="sng" algn="ctr">
            <a:solidFill>
              <a:srgbClr val="5B657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BCE8174-6190-0F4E-BA73-FF0025F441CC}"/>
              </a:ext>
            </a:extLst>
          </p:cNvPr>
          <p:cNvSpPr txBox="1"/>
          <p:nvPr/>
        </p:nvSpPr>
        <p:spPr>
          <a:xfrm>
            <a:off x="889000" y="1625600"/>
            <a:ext cx="3886200" cy="4572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700" b="1">
                <a:solidFill>
                  <a:srgbClr val="FFFFFF"/>
                </a:solidFill>
              </a:rPr>
              <a:t>現在：条件が比較的整った環境</a:t>
            </a:r>
            <a:endParaRPr kumimoji="1" lang="ja-JP" altLang="en-US" sz="1700" b="1" dirty="0">
              <a:solidFill>
                <a:srgbClr val="FFFFFF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DE78EEB-536D-CF49-B057-0138BA1C756B}"/>
              </a:ext>
            </a:extLst>
          </p:cNvPr>
          <p:cNvSpPr/>
          <p:nvPr/>
        </p:nvSpPr>
        <p:spPr>
          <a:xfrm>
            <a:off x="1092200" y="2489200"/>
            <a:ext cx="34798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9DEE7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9011322-F59D-7E49-B06D-3F138EDE8AD5}"/>
              </a:ext>
            </a:extLst>
          </p:cNvPr>
          <p:cNvSpPr/>
          <p:nvPr/>
        </p:nvSpPr>
        <p:spPr>
          <a:xfrm>
            <a:off x="1244600" y="2679700"/>
            <a:ext cx="177800" cy="177800"/>
          </a:xfrm>
          <a:prstGeom prst="rect">
            <a:avLst/>
          </a:prstGeom>
          <a:solidFill>
            <a:srgbClr val="7F8C9B"/>
          </a:solidFill>
          <a:ln w="12700" cap="flat" cmpd="sng" algn="ctr">
            <a:solidFill>
              <a:srgbClr val="7F8C9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6BC9746-7DFB-5F42-9CB2-F3804434DF3E}"/>
              </a:ext>
            </a:extLst>
          </p:cNvPr>
          <p:cNvSpPr txBox="1"/>
          <p:nvPr/>
        </p:nvSpPr>
        <p:spPr>
          <a:xfrm>
            <a:off x="1549400" y="2565400"/>
            <a:ext cx="2870200" cy="4064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400">
                <a:solidFill>
                  <a:srgbClr val="444444"/>
                </a:solidFill>
              </a:rPr>
              <a:t>動きがある程度予測可能</a:t>
            </a:r>
            <a:endParaRPr kumimoji="1" lang="ja-JP" altLang="en-US" sz="1400" dirty="0">
              <a:solidFill>
                <a:srgbClr val="444444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6B850AA-8C67-844C-B568-ABBA84A8CB01}"/>
              </a:ext>
            </a:extLst>
          </p:cNvPr>
          <p:cNvSpPr/>
          <p:nvPr/>
        </p:nvSpPr>
        <p:spPr>
          <a:xfrm>
            <a:off x="1092200" y="3276600"/>
            <a:ext cx="34798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9DEE7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DE9D1C1-C671-8F42-8504-128DC81DC8CB}"/>
              </a:ext>
            </a:extLst>
          </p:cNvPr>
          <p:cNvSpPr/>
          <p:nvPr/>
        </p:nvSpPr>
        <p:spPr>
          <a:xfrm>
            <a:off x="1244600" y="3467100"/>
            <a:ext cx="177800" cy="177800"/>
          </a:xfrm>
          <a:prstGeom prst="rect">
            <a:avLst/>
          </a:prstGeom>
          <a:solidFill>
            <a:srgbClr val="7F8C9B"/>
          </a:solidFill>
          <a:ln w="12700" cap="flat" cmpd="sng" algn="ctr">
            <a:solidFill>
              <a:srgbClr val="7F8C9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E982DD1-7089-574E-B0E9-6D88EE6639E4}"/>
              </a:ext>
            </a:extLst>
          </p:cNvPr>
          <p:cNvSpPr txBox="1"/>
          <p:nvPr/>
        </p:nvSpPr>
        <p:spPr>
          <a:xfrm>
            <a:off x="1549400" y="3352800"/>
            <a:ext cx="2870200" cy="4064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400">
                <a:solidFill>
                  <a:srgbClr val="444444"/>
                </a:solidFill>
              </a:rPr>
              <a:t>遮蔽・混雑が比較的少ない</a:t>
            </a:r>
            <a:endParaRPr kumimoji="1" lang="ja-JP" altLang="en-US" sz="1400" dirty="0">
              <a:solidFill>
                <a:srgbClr val="444444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9A12A83-18F0-3F4A-9F58-1A6AC3CD4D25}"/>
              </a:ext>
            </a:extLst>
          </p:cNvPr>
          <p:cNvSpPr/>
          <p:nvPr/>
        </p:nvSpPr>
        <p:spPr>
          <a:xfrm>
            <a:off x="1092200" y="4064000"/>
            <a:ext cx="34798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9DEE7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460EB5C-8DDE-274A-B85E-8FE6850FA3BC}"/>
              </a:ext>
            </a:extLst>
          </p:cNvPr>
          <p:cNvSpPr/>
          <p:nvPr/>
        </p:nvSpPr>
        <p:spPr>
          <a:xfrm>
            <a:off x="1244600" y="4254500"/>
            <a:ext cx="177800" cy="177800"/>
          </a:xfrm>
          <a:prstGeom prst="rect">
            <a:avLst/>
          </a:prstGeom>
          <a:solidFill>
            <a:srgbClr val="7F8C9B"/>
          </a:solidFill>
          <a:ln w="12700" cap="flat" cmpd="sng" algn="ctr">
            <a:solidFill>
              <a:srgbClr val="7F8C9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0DCB84F-7CC8-4D4F-999D-28548CB0A46B}"/>
              </a:ext>
            </a:extLst>
          </p:cNvPr>
          <p:cNvSpPr txBox="1"/>
          <p:nvPr/>
        </p:nvSpPr>
        <p:spPr>
          <a:xfrm>
            <a:off x="1549400" y="4140200"/>
            <a:ext cx="2870200" cy="4064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400">
                <a:solidFill>
                  <a:srgbClr val="444444"/>
                </a:solidFill>
              </a:rPr>
              <a:t>運用条件を整えやすい</a:t>
            </a:r>
            <a:endParaRPr kumimoji="1" lang="ja-JP" altLang="en-US" sz="1400" dirty="0">
              <a:solidFill>
                <a:srgbClr val="444444"/>
              </a:solidFill>
            </a:endParaRPr>
          </a:p>
        </p:txBody>
      </p:sp>
      <p:sp>
        <p:nvSpPr>
          <p:cNvPr id="17" name="右矢印 16">
            <a:extLst>
              <a:ext uri="{FF2B5EF4-FFF2-40B4-BE49-F238E27FC236}">
                <a16:creationId xmlns:a16="http://schemas.microsoft.com/office/drawing/2014/main" id="{339D7E10-B32F-4144-9866-B555E0FFAA70}"/>
              </a:ext>
            </a:extLst>
          </p:cNvPr>
          <p:cNvSpPr/>
          <p:nvPr/>
        </p:nvSpPr>
        <p:spPr>
          <a:xfrm>
            <a:off x="5397500" y="2768600"/>
            <a:ext cx="1397000" cy="965200"/>
          </a:xfrm>
          <a:prstGeom prst="rightArrow">
            <a:avLst/>
          </a:prstGeom>
          <a:solidFill>
            <a:srgbClr val="4472C4"/>
          </a:solidFill>
          <a:ln w="254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EEE8255-7F71-4C43-85AE-383A71504339}"/>
              </a:ext>
            </a:extLst>
          </p:cNvPr>
          <p:cNvSpPr txBox="1"/>
          <p:nvPr/>
        </p:nvSpPr>
        <p:spPr>
          <a:xfrm>
            <a:off x="5410200" y="3784600"/>
            <a:ext cx="1371600" cy="6604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400" b="1">
                <a:solidFill>
                  <a:srgbClr val="244062"/>
                </a:solidFill>
              </a:rPr>
              <a:t>適用できる
条件を広げる</a:t>
            </a:r>
            <a:endParaRPr kumimoji="1" lang="ja-JP" altLang="en-US" sz="1400" b="1" dirty="0">
              <a:solidFill>
                <a:srgbClr val="244062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2A6CCED-456B-9A43-A755-738695238FCC}"/>
              </a:ext>
            </a:extLst>
          </p:cNvPr>
          <p:cNvSpPr/>
          <p:nvPr/>
        </p:nvSpPr>
        <p:spPr>
          <a:xfrm>
            <a:off x="7264400" y="1524000"/>
            <a:ext cx="4191000" cy="3556000"/>
          </a:xfrm>
          <a:prstGeom prst="rect">
            <a:avLst/>
          </a:prstGeom>
          <a:solidFill>
            <a:srgbClr val="EDF3F9"/>
          </a:solidFill>
          <a:ln w="12700" cap="flat" cmpd="sng" algn="ctr">
            <a:solidFill>
              <a:srgbClr val="B4C7E7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092DABE-5368-1242-9C06-FA32DEE5ECFC}"/>
              </a:ext>
            </a:extLst>
          </p:cNvPr>
          <p:cNvSpPr/>
          <p:nvPr/>
        </p:nvSpPr>
        <p:spPr>
          <a:xfrm>
            <a:off x="7264400" y="1524000"/>
            <a:ext cx="4191000" cy="660400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4472C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E557714-50BA-7946-813E-265D0122C2EC}"/>
              </a:ext>
            </a:extLst>
          </p:cNvPr>
          <p:cNvSpPr txBox="1"/>
          <p:nvPr/>
        </p:nvSpPr>
        <p:spPr>
          <a:xfrm>
            <a:off x="7416800" y="1625600"/>
            <a:ext cx="3886200" cy="4572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700" b="1">
                <a:solidFill>
                  <a:srgbClr val="FFFFFF"/>
                </a:solidFill>
              </a:rPr>
              <a:t>研究で目指す方向</a:t>
            </a:r>
            <a:endParaRPr kumimoji="1" lang="ja-JP" altLang="en-US" sz="1700" b="1" dirty="0">
              <a:solidFill>
                <a:srgbClr val="FFFFFF"/>
              </a:solidFill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2C25536-0E67-064B-8C9B-00783361DAE5}"/>
              </a:ext>
            </a:extLst>
          </p:cNvPr>
          <p:cNvSpPr/>
          <p:nvPr/>
        </p:nvSpPr>
        <p:spPr>
          <a:xfrm>
            <a:off x="7670800" y="2413000"/>
            <a:ext cx="33782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FDAE8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8DD25EC-CEEA-C44B-A387-0A7F2E01CEDB}"/>
              </a:ext>
            </a:extLst>
          </p:cNvPr>
          <p:cNvSpPr/>
          <p:nvPr/>
        </p:nvSpPr>
        <p:spPr>
          <a:xfrm>
            <a:off x="7670800" y="2413000"/>
            <a:ext cx="101600" cy="457200"/>
          </a:xfrm>
          <a:prstGeom prst="rect">
            <a:avLst/>
          </a:prstGeom>
          <a:solidFill>
            <a:srgbClr val="4F81BD"/>
          </a:solidFill>
          <a:ln w="12700" cap="flat" cmpd="sng" algn="ctr">
            <a:solidFill>
              <a:srgbClr val="4F81BD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7263ED8-65F9-5143-81BF-A23945CD7533}"/>
              </a:ext>
            </a:extLst>
          </p:cNvPr>
          <p:cNvSpPr txBox="1"/>
          <p:nvPr/>
        </p:nvSpPr>
        <p:spPr>
          <a:xfrm>
            <a:off x="7924800" y="24765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400" b="1">
                <a:solidFill>
                  <a:srgbClr val="333333"/>
                </a:solidFill>
              </a:rPr>
              <a:t>混雑</a:t>
            </a:r>
            <a:endParaRPr kumimoji="1" lang="ja-JP" altLang="en-US" sz="1400" b="1" dirty="0">
              <a:solidFill>
                <a:srgbClr val="333333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55E833A-29B8-344E-9D35-3B525A1BC1A1}"/>
              </a:ext>
            </a:extLst>
          </p:cNvPr>
          <p:cNvSpPr/>
          <p:nvPr/>
        </p:nvSpPr>
        <p:spPr>
          <a:xfrm>
            <a:off x="7670800" y="3022600"/>
            <a:ext cx="33782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FDAE8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F4E138BE-73F3-294D-9CFF-EF11D156C455}"/>
              </a:ext>
            </a:extLst>
          </p:cNvPr>
          <p:cNvSpPr/>
          <p:nvPr/>
        </p:nvSpPr>
        <p:spPr>
          <a:xfrm>
            <a:off x="7670800" y="3022600"/>
            <a:ext cx="101600" cy="457200"/>
          </a:xfrm>
          <a:prstGeom prst="rect">
            <a:avLst/>
          </a:prstGeom>
          <a:solidFill>
            <a:srgbClr val="F28E2B"/>
          </a:solidFill>
          <a:ln w="12700" cap="flat" cmpd="sng" algn="ctr">
            <a:solidFill>
              <a:srgbClr val="F28E2B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2BCA7CF-7612-D443-84A8-C10D3F87DFDE}"/>
              </a:ext>
            </a:extLst>
          </p:cNvPr>
          <p:cNvSpPr txBox="1"/>
          <p:nvPr/>
        </p:nvSpPr>
        <p:spPr>
          <a:xfrm>
            <a:off x="7924800" y="30861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400" b="1">
                <a:solidFill>
                  <a:srgbClr val="333333"/>
                </a:solidFill>
              </a:rPr>
              <a:t>急な方向転換</a:t>
            </a:r>
            <a:endParaRPr kumimoji="1" lang="ja-JP" altLang="en-US" sz="1400" b="1" dirty="0">
              <a:solidFill>
                <a:srgbClr val="333333"/>
              </a:solidFill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9F044CD9-311C-C74E-8D4E-96DA3A2E6CCD}"/>
              </a:ext>
            </a:extLst>
          </p:cNvPr>
          <p:cNvSpPr/>
          <p:nvPr/>
        </p:nvSpPr>
        <p:spPr>
          <a:xfrm>
            <a:off x="7670800" y="3632200"/>
            <a:ext cx="33782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FDAE8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AF2A5785-4F41-2B40-B5FF-6ED2F53DC37A}"/>
              </a:ext>
            </a:extLst>
          </p:cNvPr>
          <p:cNvSpPr/>
          <p:nvPr/>
        </p:nvSpPr>
        <p:spPr>
          <a:xfrm>
            <a:off x="7670800" y="3632200"/>
            <a:ext cx="101600" cy="457200"/>
          </a:xfrm>
          <a:prstGeom prst="rect">
            <a:avLst/>
          </a:prstGeom>
          <a:solidFill>
            <a:srgbClr val="59A14F"/>
          </a:solidFill>
          <a:ln w="12700" cap="flat" cmpd="sng" algn="ctr">
            <a:solidFill>
              <a:srgbClr val="59A14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701AA6D-A7E4-974B-8784-3FAFF37471ED}"/>
              </a:ext>
            </a:extLst>
          </p:cNvPr>
          <p:cNvSpPr txBox="1"/>
          <p:nvPr/>
        </p:nvSpPr>
        <p:spPr>
          <a:xfrm>
            <a:off x="7924800" y="36957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400" b="1">
                <a:solidFill>
                  <a:srgbClr val="333333"/>
                </a:solidFill>
              </a:rPr>
              <a:t>人物同士の交差</a:t>
            </a:r>
            <a:endParaRPr kumimoji="1" lang="ja-JP" altLang="en-US" sz="1400" b="1" dirty="0">
              <a:solidFill>
                <a:srgbClr val="333333"/>
              </a:solidFill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EA636169-6F90-7842-A3C3-351308347F81}"/>
              </a:ext>
            </a:extLst>
          </p:cNvPr>
          <p:cNvSpPr/>
          <p:nvPr/>
        </p:nvSpPr>
        <p:spPr>
          <a:xfrm>
            <a:off x="7670800" y="4241800"/>
            <a:ext cx="33782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FDAE8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D5AB3216-F857-514A-9076-606FBA9E9BC4}"/>
              </a:ext>
            </a:extLst>
          </p:cNvPr>
          <p:cNvSpPr/>
          <p:nvPr/>
        </p:nvSpPr>
        <p:spPr>
          <a:xfrm>
            <a:off x="7670800" y="4241800"/>
            <a:ext cx="101600" cy="457200"/>
          </a:xfrm>
          <a:prstGeom prst="rect">
            <a:avLst/>
          </a:prstGeom>
          <a:solidFill>
            <a:srgbClr val="8B6FB5"/>
          </a:solidFill>
          <a:ln w="12700" cap="flat" cmpd="sng" algn="ctr">
            <a:solidFill>
              <a:srgbClr val="8B6FB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DF4AD67-6FB5-8342-B021-2FE42ECA0BC8}"/>
              </a:ext>
            </a:extLst>
          </p:cNvPr>
          <p:cNvSpPr txBox="1"/>
          <p:nvPr/>
        </p:nvSpPr>
        <p:spPr>
          <a:xfrm>
            <a:off x="7924800" y="43053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400" b="1">
                <a:solidFill>
                  <a:srgbClr val="333333"/>
                </a:solidFill>
              </a:rPr>
              <a:t>遮蔽</a:t>
            </a:r>
            <a:endParaRPr kumimoji="1" lang="ja-JP" altLang="en-US" sz="1400" b="1" dirty="0">
              <a:solidFill>
                <a:srgbClr val="333333"/>
              </a:solidFill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F6D91150-4E6D-0C42-8B65-6FEBC16596D7}"/>
              </a:ext>
            </a:extLst>
          </p:cNvPr>
          <p:cNvSpPr/>
          <p:nvPr/>
        </p:nvSpPr>
        <p:spPr>
          <a:xfrm>
            <a:off x="1016000" y="5461000"/>
            <a:ext cx="10160000" cy="736600"/>
          </a:xfrm>
          <a:prstGeom prst="rect">
            <a:avLst/>
          </a:prstGeom>
          <a:solidFill>
            <a:srgbClr val="244062"/>
          </a:solidFill>
          <a:ln w="12700" cap="flat" cmpd="sng" algn="ctr">
            <a:solidFill>
              <a:srgbClr val="24406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259021B6-13C8-D941-A4A7-80240BC837E4}"/>
              </a:ext>
            </a:extLst>
          </p:cNvPr>
          <p:cNvSpPr txBox="1"/>
          <p:nvPr/>
        </p:nvSpPr>
        <p:spPr>
          <a:xfrm>
            <a:off x="1193800" y="5511800"/>
            <a:ext cx="9804400" cy="6350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900" b="1">
                <a:solidFill>
                  <a:srgbClr val="FFFFFF"/>
                </a:solidFill>
              </a:rPr>
              <a:t>人物追跡を、より複雑で制約の少ない環境でも
安定して使える技術へ</a:t>
            </a:r>
            <a:endParaRPr kumimoji="1" lang="ja-JP" altLang="en-US" sz="1900" b="1" dirty="0">
              <a:solidFill>
                <a:srgbClr val="FFFFFF"/>
              </a:solidFill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EB3E43A-BAE3-C54D-9F55-4B0FF60BAF21}"/>
              </a:ext>
            </a:extLst>
          </p:cNvPr>
          <p:cNvSpPr txBox="1"/>
          <p:nvPr/>
        </p:nvSpPr>
        <p:spPr>
          <a:xfrm>
            <a:off x="2209800" y="6400800"/>
            <a:ext cx="7772400" cy="279400"/>
          </a:xfrm>
          <a:prstGeom prst="rect">
            <a:avLst/>
          </a:prstGeom>
          <a:noFill/>
        </p:spPr>
        <p:txBody>
          <a:bodyPr vertOverflow="overflow" vert="horz" wrap="square" lIns="36000" tIns="36000" rIns="36000" bIns="36000" rtlCol="0" anchor="ctr" anchorCtr="0">
            <a:spAutoFit/>
          </a:bodyPr>
          <a:lstStyle/>
          <a:p>
            <a:pPr algn="l"/>
            <a:r>
              <a:rPr kumimoji="1" lang="ja-JP" altLang="en-US" sz="1200">
                <a:solidFill>
                  <a:srgbClr val="666666"/>
                </a:solidFill>
              </a:rPr>
              <a:t>スポーツ　｜　監視・見守り　｜　店舗・施設　｜　工場・作業現場</a:t>
            </a:r>
            <a:endParaRPr kumimoji="1" lang="ja-JP" altLang="en-US" sz="1200" dirty="0">
              <a:solidFill>
                <a:srgbClr val="66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721181"/>
      </p:ext>
    </p:extLst>
  </p:cSld>
  <p:clrMapOvr>
    <a:masterClrMapping/>
  </p:clrMapOvr>
</p:sld>
</file>

<file path=ppt/theme/theme1.xml><?xml version="1.0" encoding="utf-8"?>
<a:theme xmlns:a="http://schemas.openxmlformats.org/drawingml/2006/main" name="玉木研テンプレート Noto Sans JP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o Sans JP">
      <a:majorFont>
        <a:latin typeface="Arial Bold"/>
        <a:ea typeface="Noto Sans JP Bold"/>
        <a:cs typeface=""/>
      </a:majorFont>
      <a:minorFont>
        <a:latin typeface="Arial"/>
        <a:ea typeface="Noto Sans JP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400"/>
      </a:spPr>
      <a:bodyPr rtlCol="0" anchor="ctr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36000" tIns="36000" rIns="36000" bIns="36000" rtlCol="0">
        <a:spAutoFit/>
      </a:bodyPr>
      <a:lstStyle>
        <a:defPPr algn="l">
          <a:defRPr kumimoji="1"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4D46ED7-7637-7D4F-805E-F56E59A30DDD}">
  <we:reference id="wa200010215" version="2.0.0.0" store="ja-JP" storeType="OMEX"/>
  <we:alternateReferences>
    <we:reference id="WA200010215" version="2.0.0.0" store="" storeType="OMEX"/>
  </we:alternateReferences>
  <we:properties>
    <we:property name="bps.codex_control.document_id" value="&quot;597b80cf-cac9-40c6-8fbf-36e777ecebad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ff363b55-ebd4-4629-b2b8-334e68fd173e">
      <UserInfo>
        <DisplayName/>
        <AccountId xsi:nil="true"/>
        <AccountType/>
      </UserInfo>
    </SharedWithUsers>
    <MediaLengthInSeconds xmlns="b95ac0ef-bd66-4d7c-ae1d-5cdd18d9eb78" xsi:nil="true"/>
    <TaxCatchAll xmlns="ff363b55-ebd4-4629-b2b8-334e68fd173e" xsi:nil="true"/>
    <lcf76f155ced4ddcb4097134ff3c332f xmlns="b95ac0ef-bd66-4d7c-ae1d-5cdd18d9eb78">
      <Terms xmlns="http://schemas.microsoft.com/office/infopath/2007/PartnerControls"/>
    </lcf76f155ced4ddcb4097134ff3c332f>
    <_xff59_ xmlns="b95ac0ef-bd66-4d7c-ae1d-5cdd18d9eb78">
      <UserInfo>
        <DisplayName/>
        <AccountId xsi:nil="true"/>
        <AccountType/>
      </UserInfo>
    </_xff59_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6E849F6EF8CAD44BBB3BC5CD2318AC60" ma:contentTypeVersion="22" ma:contentTypeDescription="新しいドキュメントを作成します。" ma:contentTypeScope="" ma:versionID="cab869370a8070f791f9d8b20f6fa634">
  <xsd:schema xmlns:xsd="http://www.w3.org/2001/XMLSchema" xmlns:xs="http://www.w3.org/2001/XMLSchema" xmlns:p="http://schemas.microsoft.com/office/2006/metadata/properties" xmlns:ns2="b95ac0ef-bd66-4d7c-ae1d-5cdd18d9eb78" xmlns:ns3="ff363b55-ebd4-4629-b2b8-334e68fd173e" targetNamespace="http://schemas.microsoft.com/office/2006/metadata/properties" ma:root="true" ma:fieldsID="fe8d7d7032421c6ebaf4a4bb477ca9e1" ns2:_="" ns3:_="">
    <xsd:import namespace="b95ac0ef-bd66-4d7c-ae1d-5cdd18d9eb78"/>
    <xsd:import namespace="ff363b55-ebd4-4629-b2b8-334e68fd17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CR" minOccurs="0"/>
                <xsd:element ref="ns3:TaxCatchAll" minOccurs="0"/>
                <xsd:element ref="ns2:lcf76f155ced4ddcb4097134ff3c332f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_xff59_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5ac0ef-bd66-4d7c-ae1d-5cdd18d9eb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a1abd56f-78d4-4289-b5d3-ebb70d80254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xff59_" ma:index="26" nillable="true" ma:displayName="ｙ" ma:format="Dropdown" ma:list="UserInfo" ma:SharePointGroup="0" ma:internalName="_xff59_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363b55-ebd4-4629-b2b8-334e68fd173e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056ea1d-c086-477a-b414-26aea09d4a62}" ma:internalName="TaxCatchAll" ma:showField="CatchAllData" ma:web="ff363b55-ebd4-4629-b2b8-334e68fd17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752973F-318E-4A3B-88FE-C1664FEE7AC5}">
  <ds:schemaRefs>
    <ds:schemaRef ds:uri="b95ac0ef-bd66-4d7c-ae1d-5cdd18d9eb78"/>
    <ds:schemaRef ds:uri="ff363b55-ebd4-4629-b2b8-334e68fd173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88F04D5-ACD9-47EF-B0AF-CBAA2256E7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5ac0ef-bd66-4d7c-ae1d-5cdd18d9eb78"/>
    <ds:schemaRef ds:uri="ff363b55-ebd4-4629-b2b8-334e68fd17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6F3E38A-8877-4D65-AF9E-2FFEEA9524C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1e161d0-5b65-430f-b842-a438aa5f1fd2}" enabled="0" method="" siteId="{41e161d0-5b65-430f-b842-a438aa5f1f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</Words>
  <Application>Microsoft Office PowerPoint</Application>
  <PresentationFormat>ワイド画面</PresentationFormat>
  <Paragraphs>91</Paragraphs>
  <Slides>12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Noto Sans JP</vt:lpstr>
      <vt:lpstr>游ゴシック</vt:lpstr>
      <vt:lpstr>Arial</vt:lpstr>
      <vt:lpstr>Arial Bold</vt:lpstr>
      <vt:lpstr>Wingdings</vt:lpstr>
      <vt:lpstr>玉木研テンプレート Noto Sans JP版</vt:lpstr>
      <vt:lpstr>研究室見学資料</vt:lpstr>
      <vt:lpstr>複数物体追跡</vt:lpstr>
      <vt:lpstr>実用例</vt:lpstr>
      <vt:lpstr>簡単な例</vt:lpstr>
      <vt:lpstr>複雑な例</vt:lpstr>
      <vt:lpstr>応用例</vt:lpstr>
      <vt:lpstr>PowerPoint プレゼンテーション</vt:lpstr>
      <vt:lpstr>動画の中の“同じ人”を追い続ける</vt:lpstr>
      <vt:lpstr>人物追跡は、すでに社会を支えている</vt:lpstr>
      <vt:lpstr>でも、どんな状況でも追い続けられる？</vt:lpstr>
      <vt:lpstr>人には簡単でも、AIには難しい</vt:lpstr>
      <vt:lpstr>より制約の少ない環境で使える追跡へ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堀史門（ほりしもん）</dc:creator>
  <cp:lastModifiedBy>油谷　陽樹</cp:lastModifiedBy>
  <cp:revision>1</cp:revision>
  <cp:lastPrinted>2021-02-24T23:20:47Z</cp:lastPrinted>
  <dcterms:created xsi:type="dcterms:W3CDTF">2020-12-13T22:15:07Z</dcterms:created>
  <dcterms:modified xsi:type="dcterms:W3CDTF">2026-09-02T21:29:22Z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0x0101006E849F6EF8CAD44BBB3BC5CD2318AC60</vt:lpwstr>
  </property>
  <property fmtid="{D5CDD505-2E9C-101B-9397-08002B2CF9AE}" pid="3" name="Order">
    <vt:r8>28173700</vt:r8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  <property fmtid="{D5CDD505-2E9C-101B-9397-08002B2CF9AE}" pid="7" name="MediaServiceImageTags">
    <vt:lpwstr/>
  </property>
</Properties>
</file>